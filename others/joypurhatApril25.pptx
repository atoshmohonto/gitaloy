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serverZoom="0">
  <p:sldMasterIdLst>
    <p:sldMasterId id="2147483648" r:id="rId1"/>
  </p:sldMasterIdLst>
  <p:notesMasterIdLst>
    <p:notesMasterId r:id="rId72"/>
  </p:notesMasterIdLst>
  <p:sldIdLst>
    <p:sldId id="257" r:id="rId2"/>
    <p:sldId id="290" r:id="rId3"/>
    <p:sldId id="345" r:id="rId4"/>
    <p:sldId id="346" r:id="rId5"/>
    <p:sldId id="265" r:id="rId6"/>
    <p:sldId id="264" r:id="rId7"/>
    <p:sldId id="274" r:id="rId8"/>
    <p:sldId id="284" r:id="rId9"/>
    <p:sldId id="266" r:id="rId10"/>
    <p:sldId id="267" r:id="rId11"/>
    <p:sldId id="269" r:id="rId12"/>
    <p:sldId id="270" r:id="rId13"/>
    <p:sldId id="271" r:id="rId14"/>
    <p:sldId id="272" r:id="rId15"/>
    <p:sldId id="286" r:id="rId16"/>
    <p:sldId id="289" r:id="rId17"/>
    <p:sldId id="287" r:id="rId18"/>
    <p:sldId id="283" r:id="rId19"/>
    <p:sldId id="279" r:id="rId20"/>
    <p:sldId id="280" r:id="rId21"/>
    <p:sldId id="281" r:id="rId22"/>
    <p:sldId id="282" r:id="rId23"/>
    <p:sldId id="339" r:id="rId24"/>
    <p:sldId id="341" r:id="rId25"/>
    <p:sldId id="342" r:id="rId26"/>
    <p:sldId id="343" r:id="rId27"/>
    <p:sldId id="291" r:id="rId28"/>
    <p:sldId id="292" r:id="rId29"/>
    <p:sldId id="293" r:id="rId30"/>
    <p:sldId id="294" r:id="rId31"/>
    <p:sldId id="295" r:id="rId32"/>
    <p:sldId id="297" r:id="rId33"/>
    <p:sldId id="298" r:id="rId34"/>
    <p:sldId id="299" r:id="rId35"/>
    <p:sldId id="300" r:id="rId36"/>
    <p:sldId id="301" r:id="rId37"/>
    <p:sldId id="302" r:id="rId38"/>
    <p:sldId id="303" r:id="rId39"/>
    <p:sldId id="304" r:id="rId40"/>
    <p:sldId id="305" r:id="rId41"/>
    <p:sldId id="306" r:id="rId42"/>
    <p:sldId id="307" r:id="rId43"/>
    <p:sldId id="308" r:id="rId44"/>
    <p:sldId id="309" r:id="rId45"/>
    <p:sldId id="310" r:id="rId46"/>
    <p:sldId id="311" r:id="rId47"/>
    <p:sldId id="312" r:id="rId48"/>
    <p:sldId id="313" r:id="rId49"/>
    <p:sldId id="314" r:id="rId50"/>
    <p:sldId id="315" r:id="rId51"/>
    <p:sldId id="316" r:id="rId52"/>
    <p:sldId id="317" r:id="rId53"/>
    <p:sldId id="318" r:id="rId54"/>
    <p:sldId id="319" r:id="rId55"/>
    <p:sldId id="320" r:id="rId56"/>
    <p:sldId id="321" r:id="rId57"/>
    <p:sldId id="322" r:id="rId58"/>
    <p:sldId id="323" r:id="rId59"/>
    <p:sldId id="324" r:id="rId60"/>
    <p:sldId id="325" r:id="rId61"/>
    <p:sldId id="326" r:id="rId62"/>
    <p:sldId id="327" r:id="rId63"/>
    <p:sldId id="328" r:id="rId64"/>
    <p:sldId id="329" r:id="rId65"/>
    <p:sldId id="331" r:id="rId66"/>
    <p:sldId id="332" r:id="rId67"/>
    <p:sldId id="334" r:id="rId68"/>
    <p:sldId id="335" r:id="rId69"/>
    <p:sldId id="344" r:id="rId70"/>
    <p:sldId id="337" r:id="rId71"/>
  </p:sldIdLst>
  <p:sldSz cx="9144000" cy="6858000" type="screen4x3"/>
  <p:notesSz cx="6858000" cy="9144000"/>
  <p:defaultTextStyle>
    <a:lvl1pPr marL="0" indent="0" algn="l" rtl="0" eaLnBrk="0" fontAlgn="base" latinLnBrk="0" hangingPunct="0">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3333" autoAdjust="0"/>
    <p:restoredTop sz="94652" autoAdjust="0"/>
  </p:normalViewPr>
  <p:slideViewPr>
    <p:cSldViewPr>
      <p:cViewPr varScale="1">
        <p:scale>
          <a:sx n="68" d="100"/>
          <a:sy n="68" d="100"/>
        </p:scale>
        <p:origin x="-121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slide" Target="slides/slide38.xml" /><Relationship Id="rId21" Type="http://schemas.openxmlformats.org/officeDocument/2006/relationships/slide" Target="slides/slide20.xml" /><Relationship Id="rId34" Type="http://schemas.openxmlformats.org/officeDocument/2006/relationships/slide" Target="slides/slide33.xml" /><Relationship Id="rId42" Type="http://schemas.openxmlformats.org/officeDocument/2006/relationships/slide" Target="slides/slide41.xml" /><Relationship Id="rId47" Type="http://schemas.openxmlformats.org/officeDocument/2006/relationships/slide" Target="slides/slide46.xml" /><Relationship Id="rId50" Type="http://schemas.openxmlformats.org/officeDocument/2006/relationships/slide" Target="slides/slide49.xml" /><Relationship Id="rId55" Type="http://schemas.openxmlformats.org/officeDocument/2006/relationships/slide" Target="slides/slide54.xml" /><Relationship Id="rId63" Type="http://schemas.openxmlformats.org/officeDocument/2006/relationships/slide" Target="slides/slide62.xml" /><Relationship Id="rId68" Type="http://schemas.openxmlformats.org/officeDocument/2006/relationships/slide" Target="slides/slide67.xml" /><Relationship Id="rId76" Type="http://schemas.openxmlformats.org/officeDocument/2006/relationships/tableStyles" Target="tableStyles.xml" /><Relationship Id="rId7" Type="http://schemas.openxmlformats.org/officeDocument/2006/relationships/slide" Target="slides/slide6.xml" /><Relationship Id="rId71" Type="http://schemas.openxmlformats.org/officeDocument/2006/relationships/slide" Target="slides/slide70.xml" /><Relationship Id="rId2" Type="http://schemas.openxmlformats.org/officeDocument/2006/relationships/slide" Target="slides/slide1.xml" /><Relationship Id="rId16" Type="http://schemas.openxmlformats.org/officeDocument/2006/relationships/slide" Target="slides/slide15.xml" /><Relationship Id="rId29" Type="http://schemas.openxmlformats.org/officeDocument/2006/relationships/slide" Target="slides/slide28.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slide" Target="slides/slide36.xml" /><Relationship Id="rId40" Type="http://schemas.openxmlformats.org/officeDocument/2006/relationships/slide" Target="slides/slide39.xml" /><Relationship Id="rId45" Type="http://schemas.openxmlformats.org/officeDocument/2006/relationships/slide" Target="slides/slide44.xml" /><Relationship Id="rId53" Type="http://schemas.openxmlformats.org/officeDocument/2006/relationships/slide" Target="slides/slide52.xml" /><Relationship Id="rId58" Type="http://schemas.openxmlformats.org/officeDocument/2006/relationships/slide" Target="slides/slide57.xml" /><Relationship Id="rId66" Type="http://schemas.openxmlformats.org/officeDocument/2006/relationships/slide" Target="slides/slide65.xml" /><Relationship Id="rId74" Type="http://schemas.openxmlformats.org/officeDocument/2006/relationships/viewProps" Target="view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61" Type="http://schemas.openxmlformats.org/officeDocument/2006/relationships/slide" Target="slides/slide60.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presProps" Target="pres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slide" Target="slides/slide68.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notesMaster" Target="notesMasters/notesMaster1.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slide" Target="slides/slide66.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slide" Target="slides/slide69.xml" /><Relationship Id="rId75"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07" name="Header Placeholder 1"/>
          <p:cNvSpPr>
            <a:spLocks noGrp="1"/>
          </p:cNvSpPr>
          <p:nvPr>
            <p:ph type="hdr" sz="quarter"/>
          </p:nvPr>
        </p:nvSpPr>
        <p:spPr>
          <a:xfrm>
            <a:off x="0" y="0"/>
            <a:ext cx="2971800" cy="458787"/>
          </a:xfrm>
          <a:prstGeom prst="rect">
            <a:avLst/>
          </a:prstGeom>
          <a:noFill/>
          <a:ln>
            <a:noFill/>
          </a:ln>
        </p:spPr>
        <p:txBody>
          <a:bodyPr vert="horz" lIns="91440" tIns="45720" rIns="91440" bIns="45720" anchor="t"/>
          <a:lstStyle/>
          <a:p>
            <a:pPr lvl="0"/>
            <a:endParaRPr lang="en-US" altLang="en-US" sz="1200"/>
          </a:p>
        </p:txBody>
      </p:sp>
      <p:sp>
        <p:nvSpPr>
          <p:cNvPr id="1048808" name="Date Placeholder 2"/>
          <p:cNvSpPr>
            <a:spLocks noGrp="1"/>
          </p:cNvSpPr>
          <p:nvPr>
            <p:ph type="dt" idx="1"/>
          </p:nvPr>
        </p:nvSpPr>
        <p:spPr>
          <a:xfrm>
            <a:off x="3884612" y="0"/>
            <a:ext cx="2971800" cy="458787"/>
          </a:xfrm>
          <a:prstGeom prst="rect">
            <a:avLst/>
          </a:prstGeom>
          <a:noFill/>
          <a:ln>
            <a:noFill/>
          </a:ln>
        </p:spPr>
        <p:txBody>
          <a:bodyPr vert="horz" lIns="91440" tIns="45720" rIns="91440" bIns="45720" anchor="t"/>
          <a:lstStyle/>
          <a:p>
            <a:pPr lvl="0" algn="r"/>
            <a:fld id="{566ABCEB-ACFC-4714-9973-3DA970169C29}" type="datetime1">
              <a:rPr lang="en-US" altLang="en-US" sz="1200"/>
              <a:pPr lvl="0" algn="r"/>
              <a:t>4/26/2025</a:t>
            </a:fld>
            <a:endParaRPr lang="en-US" altLang="en-US" sz="1200"/>
          </a:p>
        </p:txBody>
      </p:sp>
      <p:sp>
        <p:nvSpPr>
          <p:cNvPr id="1048809" name="Slide Image Placeholder 3"/>
          <p:cNvSpPr>
            <a:spLocks noGrp="1" noRot="1" noChangeAspect="1"/>
          </p:cNvSpPr>
          <p:nvPr>
            <p:ph type="sldImg" idx="2"/>
          </p:nvPr>
        </p:nvSpPr>
        <p:spPr>
          <a:xfrm>
            <a:off x="1371600" y="1143000"/>
            <a:ext cx="4114800" cy="3086100"/>
          </a:xfrm>
          <a:prstGeom prst="rect">
            <a:avLst/>
          </a:prstGeom>
          <a:noFill/>
          <a:ln w="12700" cap="flat" cmpd="sng">
            <a:solidFill>
              <a:srgbClr val="000000">
                <a:alpha val="100000"/>
              </a:srgbClr>
            </a:solidFill>
            <a:prstDash val="solid"/>
            <a:round/>
          </a:ln>
        </p:spPr>
        <p:txBody>
          <a:bodyPr vert="horz" lIns="91440" tIns="45720" rIns="91440" bIns="45720" anchor="ctr"/>
          <a:lstStyle/>
          <a:p>
            <a:endParaRPr/>
          </a:p>
        </p:txBody>
      </p:sp>
      <p:sp>
        <p:nvSpPr>
          <p:cNvPr id="1048810" name="Notes Placeholder 4"/>
          <p:cNvSpPr>
            <a:spLocks noGrp="1"/>
          </p:cNvSpPr>
          <p:nvPr>
            <p:ph type="body" sz="quarter" idx="3"/>
          </p:nvPr>
        </p:nvSpPr>
        <p:spPr>
          <a:xfrm>
            <a:off x="685800" y="4400550"/>
            <a:ext cx="5486400" cy="3600450"/>
          </a:xfrm>
          <a:prstGeom prst="rect">
            <a:avLst/>
          </a:prstGeom>
          <a:noFill/>
          <a:ln>
            <a:noFill/>
          </a:ln>
        </p:spPr>
        <p:txBody>
          <a:bodyPr vert="horz" lIns="91440" tIns="45720" rIns="91440" bIns="45720" anchor="t"/>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48811" name="Footer Placeholder 5"/>
          <p:cNvSpPr>
            <a:spLocks noGrp="1"/>
          </p:cNvSpPr>
          <p:nvPr>
            <p:ph type="ftr" sz="quarter" idx="4"/>
          </p:nvPr>
        </p:nvSpPr>
        <p:spPr>
          <a:xfrm>
            <a:off x="0" y="8685212"/>
            <a:ext cx="2971800" cy="458787"/>
          </a:xfrm>
          <a:prstGeom prst="rect">
            <a:avLst/>
          </a:prstGeom>
          <a:noFill/>
          <a:ln>
            <a:noFill/>
          </a:ln>
        </p:spPr>
        <p:txBody>
          <a:bodyPr vert="horz" lIns="91440" tIns="45720" rIns="91440" bIns="45720" anchor="b"/>
          <a:lstStyle/>
          <a:p>
            <a:pPr lvl="0"/>
            <a:endParaRPr lang="en-US" altLang="en-US" sz="1200"/>
          </a:p>
        </p:txBody>
      </p:sp>
      <p:sp>
        <p:nvSpPr>
          <p:cNvPr id="1048812" name="Slide Number Placeholder 6"/>
          <p:cNvSpPr>
            <a:spLocks noGrp="1"/>
          </p:cNvSpPr>
          <p:nvPr>
            <p:ph type="sldNum" sz="quarter" idx="5"/>
          </p:nvPr>
        </p:nvSpPr>
        <p:spPr>
          <a:xfrm>
            <a:off x="3884612" y="8685212"/>
            <a:ext cx="2971800" cy="458787"/>
          </a:xfrm>
          <a:prstGeom prst="rect">
            <a:avLst/>
          </a:prstGeom>
          <a:noFill/>
          <a:ln>
            <a:noFill/>
          </a:ln>
        </p:spPr>
        <p:txBody>
          <a:bodyPr vert="horz" lIns="91440" tIns="45720" rIns="91440" bIns="45720" anchor="b"/>
          <a:lstStyle/>
          <a:p>
            <a:pPr lvl="0" algn="r"/>
            <a:fld id="{566ABCEB-ACFC-4714-9973-3DA970169C29}" type="slidenum">
              <a:rPr lang="en-US" altLang="en-US" sz="1200"/>
              <a:pPr lvl="0" algn="r"/>
              <a:t>‹#›</a:t>
            </a:fld>
            <a:endParaRPr lang="en-US" altLang="en-US" sz="1200"/>
          </a:p>
        </p:txBody>
      </p:sp>
    </p:spTree>
  </p:cSld>
  <p:clrMap bg1="dk1" tx1="dk1" bg2="dk1" tx2="dk1" accent1="dk1" accent2="dk1" accent3="dk1" accent4="dk1" accent5="dk1" accent6="dk1" hlink="dk1" folHlink="dk1"/>
  <p:notesStyle>
    <a:lvl1pPr marL="0" indent="0" algn="l" rtl="0" eaLnBrk="0" fontAlgn="base" latinLnBrk="0" hangingPunct="0">
      <a:lnSpc>
        <a:spcPct val="100000"/>
      </a:lnSpc>
      <a:spcBef>
        <a:spcPct val="30000"/>
      </a:spcBef>
      <a:spcAft>
        <a:spcPct val="0"/>
      </a:spcAft>
      <a:buFontTx/>
      <a:buNone/>
      <a:defRPr sz="1200" b="0" i="0" u="none" baseline="0">
        <a:solidFill>
          <a:schemeClr val="dk1"/>
        </a:solidFill>
        <a:latin typeface="Calibri" pitchFamily="34" charset="0"/>
        <a:sym typeface="Arial" charset="0"/>
      </a:defRPr>
    </a:lvl1pPr>
    <a:lvl2pPr marL="457200" indent="0" algn="l" rtl="0" eaLnBrk="0" fontAlgn="base" latinLnBrk="0" hangingPunct="0">
      <a:lnSpc>
        <a:spcPct val="100000"/>
      </a:lnSpc>
      <a:spcBef>
        <a:spcPct val="30000"/>
      </a:spcBef>
      <a:spcAft>
        <a:spcPct val="0"/>
      </a:spcAft>
      <a:buFontTx/>
      <a:buNone/>
      <a:defRPr sz="1200" b="0" i="0" u="none" baseline="0">
        <a:solidFill>
          <a:schemeClr val="dk1"/>
        </a:solidFill>
        <a:latin typeface="Calibri" pitchFamily="34" charset="0"/>
        <a:sym typeface="Arial" charset="0"/>
      </a:defRPr>
    </a:lvl2pPr>
    <a:lvl3pPr marL="914400" indent="0" algn="l" rtl="0" eaLnBrk="0" fontAlgn="base" latinLnBrk="0" hangingPunct="0">
      <a:lnSpc>
        <a:spcPct val="100000"/>
      </a:lnSpc>
      <a:spcBef>
        <a:spcPct val="30000"/>
      </a:spcBef>
      <a:spcAft>
        <a:spcPct val="0"/>
      </a:spcAft>
      <a:buFontTx/>
      <a:buNone/>
      <a:defRPr sz="1200" b="0" i="0" u="none" baseline="0">
        <a:solidFill>
          <a:schemeClr val="dk1"/>
        </a:solidFill>
        <a:latin typeface="Calibri" pitchFamily="34" charset="0"/>
        <a:sym typeface="Arial" charset="0"/>
      </a:defRPr>
    </a:lvl3pPr>
    <a:lvl4pPr marL="1371600" indent="0" algn="l" rtl="0" eaLnBrk="0" fontAlgn="base" latinLnBrk="0" hangingPunct="0">
      <a:lnSpc>
        <a:spcPct val="100000"/>
      </a:lnSpc>
      <a:spcBef>
        <a:spcPct val="30000"/>
      </a:spcBef>
      <a:spcAft>
        <a:spcPct val="0"/>
      </a:spcAft>
      <a:buFontTx/>
      <a:buNone/>
      <a:defRPr sz="1200" b="0" i="0" u="none" baseline="0">
        <a:solidFill>
          <a:schemeClr val="dk1"/>
        </a:solidFill>
        <a:latin typeface="Calibri" pitchFamily="34" charset="0"/>
        <a:sym typeface="Arial" charset="0"/>
      </a:defRPr>
    </a:lvl4pPr>
    <a:lvl5pPr marL="1828800" indent="0" algn="l" rtl="0" eaLnBrk="0" fontAlgn="base" latinLnBrk="0" hangingPunct="0">
      <a:lnSpc>
        <a:spcPct val="100000"/>
      </a:lnSpc>
      <a:spcBef>
        <a:spcPct val="30000"/>
      </a:spcBef>
      <a:spcAft>
        <a:spcPct val="0"/>
      </a:spcAft>
      <a:buFontTx/>
      <a:buNone/>
      <a:defRPr sz="1200" b="0" i="0" u="none" baseline="0">
        <a:solidFill>
          <a:schemeClr val="dk1"/>
        </a:solidFill>
        <a:latin typeface="Calibri" pitchFamily="34" charset="0"/>
        <a:sym typeface="Arial" charset="0"/>
      </a:defRPr>
    </a:lvl5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8"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1048589"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48590"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s-ES" altLang="en-US" sz="1400"/>
          </a:p>
        </p:txBody>
      </p:sp>
      <p:sp>
        <p:nvSpPr>
          <p:cNvPr id="1048591"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s-ES" altLang="en-US" sz="1400"/>
              <a:pPr lvl="0" algn="r" eaLnBrk="1" hangingPunct="1"/>
              <a:t>‹#›</a:t>
            </a:fld>
            <a:endParaRPr lang="es-ES" altLang="en-US" sz="1400"/>
          </a:p>
        </p:txBody>
      </p:sp>
      <p:sp>
        <p:nvSpPr>
          <p:cNvPr id="1048592"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s-ES" altLang="en-US" sz="14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p>
        </p:txBody>
      </p:sp>
      <p:sp>
        <p:nvSpPr>
          <p:cNvPr id="1048582"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3"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s-ES" altLang="en-US" sz="1400"/>
          </a:p>
        </p:txBody>
      </p:sp>
      <p:sp>
        <p:nvSpPr>
          <p:cNvPr id="1048584"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s-ES" altLang="en-US" sz="1400"/>
              <a:pPr lvl="0" algn="r" eaLnBrk="1" hangingPunct="1"/>
              <a:t>‹#›</a:t>
            </a:fld>
            <a:endParaRPr lang="es-ES" altLang="en-US" sz="1400"/>
          </a:p>
        </p:txBody>
      </p:sp>
      <p:sp>
        <p:nvSpPr>
          <p:cNvPr id="1048585"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s-ES" altLang="en-US" sz="14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79"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1048780"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1048781"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s-ES" altLang="en-US" sz="1400"/>
          </a:p>
        </p:txBody>
      </p:sp>
      <p:sp>
        <p:nvSpPr>
          <p:cNvPr id="1048782"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s-ES" altLang="en-US" sz="1400"/>
              <a:pPr lvl="0" algn="r" eaLnBrk="1" hangingPunct="1"/>
              <a:t>‹#›</a:t>
            </a:fld>
            <a:endParaRPr lang="es-ES" altLang="en-US" sz="1400"/>
          </a:p>
        </p:txBody>
      </p:sp>
      <p:sp>
        <p:nvSpPr>
          <p:cNvPr id="1048783"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s-ES" altLang="en-US" sz="14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84" name="Title 1"/>
          <p:cNvSpPr>
            <a:spLocks noGrp="1"/>
          </p:cNvSpPr>
          <p:nvPr>
            <p:ph type="title"/>
          </p:nvPr>
        </p:nvSpPr>
        <p:spPr/>
        <p:txBody>
          <a:bodyPr/>
          <a:lstStyle/>
          <a:p>
            <a:r>
              <a:rPr lang="en-US"/>
              <a:t>Click to edit Master title style</a:t>
            </a:r>
          </a:p>
        </p:txBody>
      </p:sp>
      <p:sp>
        <p:nvSpPr>
          <p:cNvPr id="1048785" name="Content Placeholder 2"/>
          <p:cNvSpPr>
            <a:spLocks noGrp="1"/>
          </p:cNvSpPr>
          <p:nvPr>
            <p:ph sz="half" idx="1"/>
          </p:nvPr>
        </p:nvSpPr>
        <p:spPr>
          <a:xfrm>
            <a:off x="457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86" name="Content Placeholder 3"/>
          <p:cNvSpPr>
            <a:spLocks noGrp="1"/>
          </p:cNvSpPr>
          <p:nvPr>
            <p:ph sz="half" idx="2"/>
          </p:nvPr>
        </p:nvSpPr>
        <p:spPr>
          <a:xfrm>
            <a:off x="4648200" y="1600200"/>
            <a:ext cx="4038600" cy="45259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87"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s-ES" altLang="en-US" sz="1400"/>
          </a:p>
        </p:txBody>
      </p:sp>
      <p:sp>
        <p:nvSpPr>
          <p:cNvPr id="1048788"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s-ES" altLang="en-US" sz="1400"/>
              <a:pPr lvl="0" algn="r" eaLnBrk="1" hangingPunct="1"/>
              <a:t>‹#›</a:t>
            </a:fld>
            <a:endParaRPr lang="es-ES" altLang="en-US" sz="1400"/>
          </a:p>
        </p:txBody>
      </p:sp>
      <p:sp>
        <p:nvSpPr>
          <p:cNvPr id="1048789"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s-ES" altLang="en-US" sz="14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90" name="Title 1"/>
          <p:cNvSpPr>
            <a:spLocks noGrp="1"/>
          </p:cNvSpPr>
          <p:nvPr>
            <p:ph type="title"/>
          </p:nvPr>
        </p:nvSpPr>
        <p:spPr>
          <a:xfrm>
            <a:off x="630238" y="365125"/>
            <a:ext cx="7886700" cy="1325563"/>
          </a:xfrm>
        </p:spPr>
        <p:txBody>
          <a:bodyPr/>
          <a:lstStyle/>
          <a:p>
            <a:r>
              <a:rPr lang="en-US"/>
              <a:t>Click to edit Master title style</a:t>
            </a:r>
          </a:p>
        </p:txBody>
      </p:sp>
      <p:sp>
        <p:nvSpPr>
          <p:cNvPr id="1048791"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48792" name="Content Placeholder 3"/>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3"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48794" name="Content Placeholder 5"/>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s-ES" altLang="en-US" sz="1400"/>
          </a:p>
        </p:txBody>
      </p:sp>
      <p:sp>
        <p:nvSpPr>
          <p:cNvPr id="1048796"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s-ES" altLang="en-US" sz="1400"/>
              <a:pPr lvl="0" algn="r" eaLnBrk="1" hangingPunct="1"/>
              <a:t>‹#›</a:t>
            </a:fld>
            <a:endParaRPr lang="es-ES" altLang="en-US" sz="1400"/>
          </a:p>
        </p:txBody>
      </p:sp>
      <p:sp>
        <p:nvSpPr>
          <p:cNvPr id="1048797"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s-ES" altLang="en-US" sz="14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59" name="Title 1"/>
          <p:cNvSpPr>
            <a:spLocks noGrp="1"/>
          </p:cNvSpPr>
          <p:nvPr>
            <p:ph type="title"/>
          </p:nvPr>
        </p:nvSpPr>
        <p:spPr/>
        <p:txBody>
          <a:bodyPr/>
          <a:lstStyle/>
          <a:p>
            <a:r>
              <a:rPr lang="en-US"/>
              <a:t>Click to edit Master title style</a:t>
            </a:r>
          </a:p>
        </p:txBody>
      </p:sp>
      <p:sp>
        <p:nvSpPr>
          <p:cNvPr id="1048760"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s-ES" altLang="en-US" sz="1400"/>
          </a:p>
        </p:txBody>
      </p:sp>
      <p:sp>
        <p:nvSpPr>
          <p:cNvPr id="1048761"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s-ES" altLang="en-US" sz="1400"/>
              <a:pPr lvl="0" algn="r" eaLnBrk="1" hangingPunct="1"/>
              <a:t>‹#›</a:t>
            </a:fld>
            <a:endParaRPr lang="es-ES" altLang="en-US" sz="1400"/>
          </a:p>
        </p:txBody>
      </p:sp>
      <p:sp>
        <p:nvSpPr>
          <p:cNvPr id="1048762"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s-ES" altLang="en-US" sz="14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98"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s-ES" altLang="en-US" sz="1400"/>
          </a:p>
        </p:txBody>
      </p:sp>
      <p:sp>
        <p:nvSpPr>
          <p:cNvPr id="1048799"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s-ES" altLang="en-US" sz="1400"/>
              <a:pPr lvl="0" algn="r" eaLnBrk="1" hangingPunct="1"/>
              <a:t>‹#›</a:t>
            </a:fld>
            <a:endParaRPr lang="es-ES" altLang="en-US" sz="1400"/>
          </a:p>
        </p:txBody>
      </p:sp>
      <p:sp>
        <p:nvSpPr>
          <p:cNvPr id="1048800"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s-ES" altLang="en-US" sz="14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801"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1048802"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1048804"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s-ES" altLang="en-US" sz="1400"/>
          </a:p>
        </p:txBody>
      </p:sp>
      <p:sp>
        <p:nvSpPr>
          <p:cNvPr id="1048805"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s-ES" altLang="en-US" sz="1400"/>
              <a:pPr lvl="0" algn="r" eaLnBrk="1" hangingPunct="1"/>
              <a:t>‹#›</a:t>
            </a:fld>
            <a:endParaRPr lang="es-ES" altLang="en-US" sz="1400"/>
          </a:p>
        </p:txBody>
      </p:sp>
      <p:sp>
        <p:nvSpPr>
          <p:cNvPr id="1048806"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s-ES" altLang="en-US" sz="14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68"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1048769"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prstTxWarp prst="textNoShape">
              <a:avLst/>
            </a:prstTxWarp>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pPr>
            <a:endParaRPr kumimoji="0" 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1048770"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1048771"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s-ES" altLang="en-US" sz="1400"/>
          </a:p>
        </p:txBody>
      </p:sp>
      <p:sp>
        <p:nvSpPr>
          <p:cNvPr id="1048772"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s-ES" altLang="en-US" sz="1400"/>
              <a:pPr lvl="0" algn="r" eaLnBrk="1" hangingPunct="1"/>
              <a:t>‹#›</a:t>
            </a:fld>
            <a:endParaRPr lang="es-ES" altLang="en-US" sz="1400"/>
          </a:p>
        </p:txBody>
      </p:sp>
      <p:sp>
        <p:nvSpPr>
          <p:cNvPr id="1048773"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s-ES" altLang="en-US" sz="14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74" name="Title 1"/>
          <p:cNvSpPr>
            <a:spLocks noGrp="1"/>
          </p:cNvSpPr>
          <p:nvPr>
            <p:ph type="title"/>
          </p:nvPr>
        </p:nvSpPr>
        <p:spPr/>
        <p:txBody>
          <a:bodyPr/>
          <a:lstStyle/>
          <a:p>
            <a:r>
              <a:rPr lang="en-US"/>
              <a:t>Click to edit Master title style</a:t>
            </a:r>
          </a:p>
        </p:txBody>
      </p:sp>
      <p:sp>
        <p:nvSpPr>
          <p:cNvPr id="1048775"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6"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s-ES" altLang="en-US" sz="1400"/>
          </a:p>
        </p:txBody>
      </p:sp>
      <p:sp>
        <p:nvSpPr>
          <p:cNvPr id="1048777"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s-ES" altLang="en-US" sz="1400"/>
              <a:pPr lvl="0" algn="r" eaLnBrk="1" hangingPunct="1"/>
              <a:t>‹#›</a:t>
            </a:fld>
            <a:endParaRPr lang="es-ES" altLang="en-US" sz="1400"/>
          </a:p>
        </p:txBody>
      </p:sp>
      <p:sp>
        <p:nvSpPr>
          <p:cNvPr id="1048778"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s-ES" altLang="en-US" sz="14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63"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764" name="Vertical Text Placeholder 2"/>
          <p:cNvSpPr>
            <a:spLocks noGrp="1"/>
          </p:cNvSpPr>
          <p:nvPr>
            <p:ph type="body" orient="vert" idx="1"/>
          </p:nvPr>
        </p:nvSpPr>
        <p:spPr>
          <a:xfrm>
            <a:off x="457200" y="274638"/>
            <a:ext cx="60198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65"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s-ES" altLang="en-US" sz="1400"/>
          </a:p>
        </p:txBody>
      </p:sp>
      <p:sp>
        <p:nvSpPr>
          <p:cNvPr id="1048766"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s-ES" altLang="en-US" sz="1400"/>
              <a:pPr lvl="0" algn="r" eaLnBrk="1" hangingPunct="1"/>
              <a:t>‹#›</a:t>
            </a:fld>
            <a:endParaRPr lang="es-ES" altLang="en-US" sz="1400"/>
          </a:p>
        </p:txBody>
      </p:sp>
      <p:sp>
        <p:nvSpPr>
          <p:cNvPr id="1048767"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s-ES" altLang="en-US" sz="140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jpe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alphaModFix/>
          </a:blip>
          <a:srcRect/>
          <a:stretch>
            <a:fillRect/>
          </a:stretch>
        </a:blipFill>
        <a:effectLst/>
      </p:bgPr>
    </p:bg>
    <p:spTree>
      <p:nvGrpSpPr>
        <p:cNvPr id="1" name=""/>
        <p:cNvGrpSpPr/>
        <p:nvPr/>
      </p:nvGrpSpPr>
      <p:grpSpPr>
        <a:xfrm>
          <a:off x="0" y="0"/>
          <a:ext cx="0" cy="0"/>
          <a:chOff x="0" y="0"/>
          <a:chExt cx="0" cy="0"/>
        </a:xfrm>
      </p:grpSpPr>
      <p:sp>
        <p:nvSpPr>
          <p:cNvPr id="1048576" name="Rectangle 2"/>
          <p:cNvSpPr>
            <a:spLocks noGrp="1"/>
          </p:cNvSpPr>
          <p:nvPr>
            <p:ph type="title"/>
          </p:nvPr>
        </p:nvSpPr>
        <p:spPr>
          <a:xfrm>
            <a:off x="457200" y="274637"/>
            <a:ext cx="8229600" cy="1143000"/>
          </a:xfrm>
          <a:prstGeom prst="rect">
            <a:avLst/>
          </a:prstGeom>
          <a:noFill/>
          <a:ln>
            <a:noFill/>
          </a:ln>
        </p:spPr>
        <p:txBody>
          <a:bodyPr vert="horz" lIns="91440" tIns="45720" rIns="91440" bIns="45720" anchor="ctr"/>
          <a:lstStyle/>
          <a:p>
            <a:pPr lvl="0"/>
            <a:r>
              <a:rPr lang="es-ES" altLang="en-US"/>
              <a:t>Haga clic para cambiar el estilo de título	</a:t>
            </a:r>
          </a:p>
        </p:txBody>
      </p:sp>
      <p:sp>
        <p:nvSpPr>
          <p:cNvPr id="1048577" name="Rectangle 3"/>
          <p:cNvSpPr>
            <a:spLocks noGrp="1"/>
          </p:cNvSpPr>
          <p:nvPr>
            <p:ph type="body" idx="1"/>
          </p:nvPr>
        </p:nvSpPr>
        <p:spPr>
          <a:xfrm>
            <a:off x="457200" y="1600200"/>
            <a:ext cx="8229600" cy="4525962"/>
          </a:xfrm>
          <a:prstGeom prst="rect">
            <a:avLst/>
          </a:prstGeom>
          <a:noFill/>
          <a:ln>
            <a:noFill/>
          </a:ln>
        </p:spPr>
        <p:txBody>
          <a:bodyPr vert="horz" lIns="91440" tIns="45720" rIns="91440" bIns="45720" anchor="t"/>
          <a:lstStyle/>
          <a:p>
            <a:pPr lvl="0"/>
            <a:r>
              <a:rPr lang="es-ES" altLang="en-US"/>
              <a:t>Haga clic para modificar el estilo de texto del patrón</a:t>
            </a:r>
          </a:p>
          <a:p>
            <a:pPr lvl="1"/>
            <a:r>
              <a:rPr lang="es-ES" altLang="en-US"/>
              <a:t>Segundo nivel</a:t>
            </a:r>
          </a:p>
          <a:p>
            <a:pPr lvl="2"/>
            <a:r>
              <a:rPr lang="es-ES" altLang="en-US"/>
              <a:t>Tercer nivel</a:t>
            </a:r>
          </a:p>
          <a:p>
            <a:pPr lvl="3"/>
            <a:r>
              <a:rPr lang="es-ES" altLang="en-US"/>
              <a:t>Cuarto nivel</a:t>
            </a:r>
          </a:p>
          <a:p>
            <a:pPr lvl="4"/>
            <a:r>
              <a:rPr lang="es-ES" altLang="en-US"/>
              <a:t>Quinto nivel</a:t>
            </a:r>
          </a:p>
        </p:txBody>
      </p:sp>
      <p:sp>
        <p:nvSpPr>
          <p:cNvPr id="1048578" name="Rectangle 4"/>
          <p:cNvSpPr>
            <a:spLocks noGrp="1"/>
          </p:cNvSpPr>
          <p:nvPr>
            <p:ph type="dt" sz="half" idx="2"/>
          </p:nvPr>
        </p:nvSpPr>
        <p:spPr>
          <a:xfrm>
            <a:off x="457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eaLnBrk="1" hangingPunct="1"/>
            <a:endParaRPr lang="es-ES" altLang="en-US" sz="1400"/>
          </a:p>
        </p:txBody>
      </p:sp>
      <p:sp>
        <p:nvSpPr>
          <p:cNvPr id="1048579" name="Rectangle 5"/>
          <p:cNvSpPr>
            <a:spLocks noGrp="1"/>
          </p:cNvSpPr>
          <p:nvPr>
            <p:ph type="ftr" sz="quarter" idx="3"/>
          </p:nvPr>
        </p:nvSpPr>
        <p:spPr>
          <a:xfrm>
            <a:off x="3124200" y="6245225"/>
            <a:ext cx="2895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ctr" eaLnBrk="1" hangingPunct="1"/>
            <a:endParaRPr lang="es-ES" altLang="en-US" sz="1400"/>
          </a:p>
        </p:txBody>
      </p:sp>
      <p:sp>
        <p:nvSpPr>
          <p:cNvPr id="1048580" name="Rectangle 6"/>
          <p:cNvSpPr>
            <a:spLocks noGrp="1"/>
          </p:cNvSpPr>
          <p:nvPr>
            <p:ph type="sldNum" sz="quarter" idx="4"/>
          </p:nvPr>
        </p:nvSpPr>
        <p:spPr>
          <a:xfrm>
            <a:off x="6553200" y="6245225"/>
            <a:ext cx="2133600" cy="476250"/>
          </a:xfrm>
          <a:prstGeom prst="rect">
            <a:avLst/>
          </a:prstGeom>
          <a:noFill/>
          <a:ln>
            <a:noFill/>
          </a:ln>
        </p:spPr>
        <p:txBody>
          <a:bodyPr vert="horz" lIns="91440" tIns="45720" rIns="91440" bIns="45720" anchor="t"/>
          <a:lstStyle>
            <a:lvl1pPr marL="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1pPr>
            <a:lvl2pPr marL="4572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2pPr>
            <a:lvl3pPr marL="9144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3pPr>
            <a:lvl4pPr marL="13716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4pPr>
            <a:lvl5pPr marL="1828800" indent="0" algn="l" rtl="0" eaLnBrk="1" fontAlgn="base" latinLnBrk="0" hangingPunct="1">
              <a:lnSpc>
                <a:spcPct val="100000"/>
              </a:lnSpc>
              <a:spcBef>
                <a:spcPct val="0"/>
              </a:spcBef>
              <a:spcAft>
                <a:spcPct val="0"/>
              </a:spcAft>
              <a:buFontTx/>
              <a:buNone/>
              <a:defRPr sz="1800" b="0" i="0" u="none" baseline="0">
                <a:solidFill>
                  <a:schemeClr val="dk1"/>
                </a:solidFill>
                <a:latin typeface="Arial" charset="0"/>
                <a:ea typeface="Arial" charset="0"/>
                <a:sym typeface="Arial" charset="0"/>
              </a:defRPr>
            </a:lvl5pPr>
          </a:lstStyle>
          <a:p>
            <a:pPr lvl="0" algn="r" eaLnBrk="1" hangingPunct="1"/>
            <a:fld id="{566ABCEB-ACFC-4714-9973-3DA970169C29}" type="slidenum">
              <a:rPr lang="es-ES" altLang="en-US" sz="1400"/>
              <a:pPr lvl="0" algn="r" eaLnBrk="1" hangingPunct="1"/>
              <a:t>‹#›</a:t>
            </a:fld>
            <a:endParaRPr lang="es-ES" altLang="en-US" sz="1400"/>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 standalone="yes"?>
<Relationships xmlns="http://schemas.openxmlformats.org/package/2006/relationships"><Relationship Id="rId2" Type="http://schemas.openxmlformats.org/officeDocument/2006/relationships/hyperlink" Target="http://www.agniveerbangla.org/" TargetMode="Externa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Title 1048598"/>
          <p:cNvSpPr>
            <a:spLocks noGrp="1"/>
          </p:cNvSpPr>
          <p:nvPr>
            <p:ph type="ctrTitle"/>
          </p:nvPr>
        </p:nvSpPr>
        <p:spPr>
          <a:xfrm>
            <a:off x="0" y="226786"/>
            <a:ext cx="9122909" cy="1097643"/>
          </a:xfrm>
        </p:spPr>
        <p:txBody>
          <a:bodyPr/>
          <a:lstStyle/>
          <a:p>
            <a:r>
              <a:rPr lang="as-IN" altLang="en-US" sz="4400" b="1" u="sng" dirty="0">
                <a:effectLst>
                  <a:outerShdw blurRad="38100" dist="38100" dir="2700000" algn="br" rotWithShape="0">
                    <a:srgbClr val="000000"/>
                  </a:outerShdw>
                </a:effectLst>
                <a:latin typeface="NikoshBAN"/>
                <a:ea typeface="NikoshBAN" pitchFamily="2" charset="0"/>
              </a:rPr>
              <a:t>'</a:t>
            </a:r>
            <a:r>
              <a:rPr lang="en-IN" altLang="en-IN" sz="4400" b="1" u="sng" dirty="0">
                <a:effectLst>
                  <a:outerShdw blurRad="38100" dist="38100" dir="2700000" algn="br" rotWithShape="0">
                    <a:srgbClr val="000000"/>
                  </a:outerShdw>
                </a:effectLst>
                <a:latin typeface="NikoshBAN"/>
                <a:ea typeface="NikoshBAN" pitchFamily="2" charset="0"/>
                <a:cs typeface="Arial"/>
              </a:rPr>
              <a:t>ॐ</a:t>
            </a:r>
            <a:r>
              <a:rPr lang="es-ES" altLang="en-US" sz="4400" b="1" u="sng" dirty="0">
                <a:solidFill>
                  <a:srgbClr val="000000"/>
                </a:solidFill>
                <a:effectLst>
                  <a:outerShdw blurRad="38100" dist="38100" dir="2700000" algn="br" rotWithShape="0">
                    <a:srgbClr val="000000"/>
                  </a:outerShdw>
                </a:effectLst>
                <a:latin typeface="NikoshBAN"/>
                <a:ea typeface="NikoshBAN" pitchFamily="2" charset="0"/>
              </a:rPr>
              <a:t> তৎ সৎ’</a:t>
            </a:r>
            <a:endParaRPr lang="en-US" sz="4400" b="1" u="sng" dirty="0">
              <a:effectLst>
                <a:outerShdw blurRad="38100" dist="38100" dir="2700000" algn="br" rotWithShape="0">
                  <a:srgbClr val="000000"/>
                </a:outerShdw>
              </a:effectLst>
              <a:latin typeface="NikoshBAN"/>
            </a:endParaRPr>
          </a:p>
        </p:txBody>
      </p:sp>
      <p:sp>
        <p:nvSpPr>
          <p:cNvPr id="1048600" name="Subtitle 1048599"/>
          <p:cNvSpPr>
            <a:spLocks noGrp="1"/>
          </p:cNvSpPr>
          <p:nvPr>
            <p:ph type="subTitle" idx="1"/>
          </p:nvPr>
        </p:nvSpPr>
        <p:spPr>
          <a:xfrm>
            <a:off x="571500" y="2821214"/>
            <a:ext cx="8288338" cy="2794000"/>
          </a:xfrm>
        </p:spPr>
        <p:txBody>
          <a:bodyPr/>
          <a:lstStyle/>
          <a:p>
            <a:r>
              <a:rPr lang="en-US" sz="2800" dirty="0">
                <a:latin typeface="NikoshBAN"/>
              </a:rPr>
              <a:t>“</a:t>
            </a:r>
            <a:r>
              <a:rPr lang="en-US" sz="2800" dirty="0" err="1">
                <a:latin typeface="NikoshBAN"/>
              </a:rPr>
              <a:t>যে</a:t>
            </a:r>
            <a:r>
              <a:rPr lang="en-US" sz="2800" dirty="0">
                <a:latin typeface="NikoshBAN"/>
              </a:rPr>
              <a:t> </a:t>
            </a:r>
            <a:r>
              <a:rPr lang="en-US" sz="2800" dirty="0" err="1">
                <a:latin typeface="NikoshBAN"/>
              </a:rPr>
              <a:t>ব্যক্তি</a:t>
            </a:r>
            <a:r>
              <a:rPr lang="en-US" sz="2800" dirty="0">
                <a:latin typeface="NikoshBAN"/>
              </a:rPr>
              <a:t> </a:t>
            </a:r>
            <a:r>
              <a:rPr lang="en-US" sz="2800" dirty="0" err="1">
                <a:latin typeface="NikoshBAN"/>
              </a:rPr>
              <a:t>আমাদের</a:t>
            </a:r>
            <a:r>
              <a:rPr lang="en-US" sz="2800" dirty="0">
                <a:latin typeface="NikoshBAN"/>
              </a:rPr>
              <a:t> </a:t>
            </a:r>
            <a:r>
              <a:rPr lang="en-US" sz="2800" dirty="0" err="1">
                <a:latin typeface="NikoshBAN"/>
              </a:rPr>
              <a:t>এই</a:t>
            </a:r>
            <a:r>
              <a:rPr lang="en-US" sz="2800" dirty="0">
                <a:latin typeface="NikoshBAN"/>
              </a:rPr>
              <a:t> </a:t>
            </a:r>
            <a:r>
              <a:rPr lang="en-US" sz="2800" dirty="0" err="1">
                <a:latin typeface="NikoshBAN"/>
              </a:rPr>
              <a:t>পবিত্র</a:t>
            </a:r>
            <a:r>
              <a:rPr lang="en-US" sz="2800" dirty="0">
                <a:latin typeface="NikoshBAN"/>
              </a:rPr>
              <a:t> </a:t>
            </a:r>
            <a:r>
              <a:rPr lang="en-US" sz="2800" dirty="0" err="1">
                <a:latin typeface="NikoshBAN"/>
              </a:rPr>
              <a:t>কথপোকথন</a:t>
            </a:r>
            <a:r>
              <a:rPr lang="en-US" sz="2800" dirty="0">
                <a:latin typeface="NikoshBAN"/>
              </a:rPr>
              <a:t> </a:t>
            </a:r>
            <a:r>
              <a:rPr lang="en-US" sz="2800" dirty="0" err="1">
                <a:latin typeface="NikoshBAN"/>
              </a:rPr>
              <a:t>অধ্যয়ন</a:t>
            </a:r>
            <a:r>
              <a:rPr lang="en-US" sz="2800" dirty="0">
                <a:latin typeface="NikoshBAN"/>
              </a:rPr>
              <a:t> </a:t>
            </a:r>
            <a:r>
              <a:rPr lang="en-US" sz="2800" dirty="0" err="1">
                <a:latin typeface="NikoshBAN"/>
              </a:rPr>
              <a:t>করবেন</a:t>
            </a:r>
            <a:r>
              <a:rPr lang="en-US" sz="2800" dirty="0">
                <a:latin typeface="NikoshBAN"/>
              </a:rPr>
              <a:t>, </a:t>
            </a:r>
            <a:r>
              <a:rPr lang="en-US" sz="2800" dirty="0" err="1">
                <a:latin typeface="NikoshBAN"/>
              </a:rPr>
              <a:t>তার</a:t>
            </a:r>
            <a:r>
              <a:rPr lang="en-US" sz="2800" dirty="0">
                <a:latin typeface="NikoshBAN"/>
              </a:rPr>
              <a:t> </a:t>
            </a:r>
            <a:r>
              <a:rPr lang="en-US" sz="2800" dirty="0" err="1">
                <a:latin typeface="NikoshBAN"/>
              </a:rPr>
              <a:t>সেই</a:t>
            </a:r>
            <a:r>
              <a:rPr lang="en-US" sz="2800" dirty="0">
                <a:latin typeface="NikoshBAN"/>
              </a:rPr>
              <a:t> </a:t>
            </a:r>
            <a:r>
              <a:rPr lang="en-US" sz="2800" dirty="0" err="1">
                <a:latin typeface="NikoshBAN"/>
              </a:rPr>
              <a:t>জ্ঞান</a:t>
            </a:r>
            <a:r>
              <a:rPr lang="en-US" sz="2800" dirty="0">
                <a:latin typeface="NikoshBAN"/>
              </a:rPr>
              <a:t> </a:t>
            </a:r>
            <a:r>
              <a:rPr lang="en-US" sz="2800" dirty="0" err="1">
                <a:latin typeface="NikoshBAN"/>
              </a:rPr>
              <a:t>যজ্ঞের</a:t>
            </a:r>
            <a:r>
              <a:rPr lang="en-US" sz="2800" dirty="0">
                <a:latin typeface="NikoshBAN"/>
              </a:rPr>
              <a:t> </a:t>
            </a:r>
            <a:r>
              <a:rPr lang="en-US" sz="2800" dirty="0" err="1">
                <a:latin typeface="NikoshBAN"/>
              </a:rPr>
              <a:t>দ্বারা</a:t>
            </a:r>
            <a:r>
              <a:rPr lang="en-US" sz="2800" dirty="0">
                <a:latin typeface="NikoshBAN"/>
              </a:rPr>
              <a:t> </a:t>
            </a:r>
            <a:r>
              <a:rPr lang="en-US" sz="2800" dirty="0" err="1">
                <a:latin typeface="NikoshBAN"/>
              </a:rPr>
              <a:t>আমি</a:t>
            </a:r>
            <a:r>
              <a:rPr lang="en-US" sz="2800" dirty="0">
                <a:latin typeface="NikoshBAN"/>
              </a:rPr>
              <a:t> </a:t>
            </a:r>
            <a:r>
              <a:rPr lang="en-US" sz="2800" dirty="0" err="1">
                <a:latin typeface="NikoshBAN"/>
              </a:rPr>
              <a:t>পূজিত</a:t>
            </a:r>
            <a:r>
              <a:rPr lang="en-US" sz="2800" dirty="0">
                <a:latin typeface="NikoshBAN"/>
              </a:rPr>
              <a:t> </a:t>
            </a:r>
            <a:r>
              <a:rPr lang="en-US" sz="2800" dirty="0" err="1">
                <a:latin typeface="NikoshBAN"/>
              </a:rPr>
              <a:t>হব</a:t>
            </a:r>
            <a:r>
              <a:rPr lang="en-US" sz="2800" dirty="0">
                <a:latin typeface="NikoshBAN"/>
              </a:rPr>
              <a:t>।"</a:t>
            </a:r>
          </a:p>
          <a:p>
            <a:endParaRPr lang="en-US" sz="2800" dirty="0">
              <a:latin typeface="NikoshBAN"/>
            </a:endParaRPr>
          </a:p>
          <a:p>
            <a:r>
              <a:rPr lang="en-US" sz="2800" b="1" dirty="0">
                <a:latin typeface="NikoshBAN"/>
              </a:rPr>
              <a:t> </a:t>
            </a:r>
            <a:r>
              <a:rPr lang="en-US" sz="2800" dirty="0">
                <a:latin typeface="NikoshBAN"/>
              </a:rPr>
              <a:t>-</a:t>
            </a:r>
            <a:r>
              <a:rPr lang="en-US" sz="2800" dirty="0" err="1">
                <a:latin typeface="NikoshBAN"/>
              </a:rPr>
              <a:t>শ্রীমদ্ভগবদ্গীতা</a:t>
            </a:r>
            <a:r>
              <a:rPr lang="en-US" sz="2800" dirty="0">
                <a:latin typeface="NikoshBAN"/>
              </a:rPr>
              <a:t> ১৮.৭০</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8" name="Subtitle 1048667"/>
          <p:cNvSpPr>
            <a:spLocks noGrp="1"/>
          </p:cNvSpPr>
          <p:nvPr>
            <p:ph type="subTitle" idx="1"/>
          </p:nvPr>
        </p:nvSpPr>
        <p:spPr>
          <a:xfrm>
            <a:off x="585418" y="2216591"/>
            <a:ext cx="7973163" cy="3598196"/>
          </a:xfrm>
        </p:spPr>
        <p:txBody>
          <a:bodyPr/>
          <a:lstStyle/>
          <a:p>
            <a:r>
              <a:rPr lang="en-US" sz="2800" dirty="0">
                <a:latin typeface="NikoshBAN"/>
              </a:rPr>
              <a:t>"</a:t>
            </a:r>
            <a:r>
              <a:rPr lang="en-US" sz="2800" dirty="0" err="1">
                <a:latin typeface="NikoshBAN"/>
              </a:rPr>
              <a:t>এই</a:t>
            </a:r>
            <a:r>
              <a:rPr lang="en-US" sz="2800" dirty="0">
                <a:latin typeface="NikoshBAN"/>
              </a:rPr>
              <a:t> </a:t>
            </a:r>
            <a:r>
              <a:rPr lang="en-US" sz="2800" dirty="0" err="1">
                <a:latin typeface="NikoshBAN"/>
              </a:rPr>
              <a:t>জগতে</a:t>
            </a:r>
            <a:r>
              <a:rPr lang="en-US" sz="2800" dirty="0">
                <a:latin typeface="NikoshBAN"/>
              </a:rPr>
              <a:t> </a:t>
            </a:r>
            <a:r>
              <a:rPr lang="en-US" sz="2800" dirty="0" err="1">
                <a:latin typeface="NikoshBAN"/>
              </a:rPr>
              <a:t>জ্ঞানের</a:t>
            </a:r>
            <a:r>
              <a:rPr lang="en-US" sz="2800" dirty="0">
                <a:latin typeface="NikoshBAN"/>
              </a:rPr>
              <a:t> </a:t>
            </a:r>
            <a:r>
              <a:rPr lang="en-US" sz="2800" dirty="0" err="1">
                <a:latin typeface="NikoshBAN"/>
              </a:rPr>
              <a:t>সমান</a:t>
            </a:r>
            <a:r>
              <a:rPr lang="en-US" sz="2800" dirty="0">
                <a:latin typeface="NikoshBAN"/>
              </a:rPr>
              <a:t> </a:t>
            </a:r>
            <a:r>
              <a:rPr lang="en-US" sz="2800" dirty="0" err="1">
                <a:latin typeface="NikoshBAN"/>
              </a:rPr>
              <a:t>পবিত্রকারী</a:t>
            </a:r>
            <a:r>
              <a:rPr lang="en-US" sz="2800" dirty="0">
                <a:latin typeface="NikoshBAN"/>
              </a:rPr>
              <a:t> </a:t>
            </a:r>
            <a:r>
              <a:rPr lang="en-US" sz="2800" dirty="0" err="1">
                <a:latin typeface="NikoshBAN"/>
              </a:rPr>
              <a:t>নিঃসন্দেহে</a:t>
            </a:r>
            <a:r>
              <a:rPr lang="en-US" sz="2800" dirty="0">
                <a:latin typeface="NikoshBAN"/>
              </a:rPr>
              <a:t> </a:t>
            </a:r>
            <a:r>
              <a:rPr lang="en-US" sz="2800" dirty="0" err="1">
                <a:latin typeface="NikoshBAN"/>
              </a:rPr>
              <a:t>কিছুই</a:t>
            </a:r>
            <a:r>
              <a:rPr lang="en-US" sz="2800" dirty="0">
                <a:latin typeface="NikoshBAN"/>
              </a:rPr>
              <a:t> </a:t>
            </a:r>
            <a:r>
              <a:rPr lang="en-US" sz="2800" dirty="0" err="1">
                <a:latin typeface="NikoshBAN"/>
              </a:rPr>
              <a:t>নেই</a:t>
            </a:r>
            <a:r>
              <a:rPr lang="en-US" sz="2800" dirty="0">
                <a:latin typeface="NikoshBAN"/>
              </a:rPr>
              <a:t>।"</a:t>
            </a:r>
          </a:p>
          <a:p>
            <a:endParaRPr lang="en-US" sz="2800" dirty="0">
              <a:latin typeface="NikoshBAN"/>
            </a:endParaRPr>
          </a:p>
          <a:p>
            <a:r>
              <a:rPr lang="en-US" sz="2800" dirty="0">
                <a:latin typeface="NikoshBAN"/>
              </a:rPr>
              <a:t>"</a:t>
            </a:r>
            <a:r>
              <a:rPr lang="en-US" sz="2800" dirty="0" err="1">
                <a:latin typeface="NikoshBAN"/>
              </a:rPr>
              <a:t>জ্ঞানহীন</a:t>
            </a:r>
            <a:r>
              <a:rPr lang="en-US" sz="2800" dirty="0">
                <a:latin typeface="NikoshBAN"/>
              </a:rPr>
              <a:t>, </a:t>
            </a:r>
            <a:r>
              <a:rPr lang="en-US" sz="2800" dirty="0" err="1">
                <a:latin typeface="NikoshBAN"/>
              </a:rPr>
              <a:t>শ্রদ্ধাহীন</a:t>
            </a:r>
            <a:r>
              <a:rPr lang="en-US" sz="2800" dirty="0">
                <a:latin typeface="NikoshBAN"/>
              </a:rPr>
              <a:t> </a:t>
            </a:r>
            <a:r>
              <a:rPr lang="en-US" sz="2800" dirty="0" err="1">
                <a:latin typeface="NikoshBAN"/>
              </a:rPr>
              <a:t>এবং</a:t>
            </a:r>
            <a:r>
              <a:rPr lang="en-US" sz="2800" dirty="0">
                <a:latin typeface="NikoshBAN"/>
              </a:rPr>
              <a:t> </a:t>
            </a:r>
            <a:r>
              <a:rPr lang="en-US" sz="2800" dirty="0" err="1">
                <a:latin typeface="NikoshBAN"/>
              </a:rPr>
              <a:t>সংশয়যুক্ত</a:t>
            </a:r>
            <a:r>
              <a:rPr lang="en-US" sz="2800" dirty="0">
                <a:latin typeface="NikoshBAN"/>
              </a:rPr>
              <a:t> </a:t>
            </a:r>
            <a:r>
              <a:rPr lang="en-US" sz="2800" dirty="0" err="1">
                <a:latin typeface="NikoshBAN"/>
              </a:rPr>
              <a:t>মানুষ</a:t>
            </a:r>
            <a:r>
              <a:rPr lang="en-US" sz="2800" dirty="0">
                <a:latin typeface="NikoshBAN"/>
              </a:rPr>
              <a:t> </a:t>
            </a:r>
            <a:r>
              <a:rPr lang="en-US" sz="2800" dirty="0" err="1">
                <a:latin typeface="NikoshBAN"/>
              </a:rPr>
              <a:t>পরমার্থ</a:t>
            </a:r>
            <a:r>
              <a:rPr lang="en-US" sz="2800" dirty="0">
                <a:latin typeface="NikoshBAN"/>
              </a:rPr>
              <a:t> </a:t>
            </a:r>
            <a:r>
              <a:rPr lang="en-US" sz="2800" dirty="0" err="1">
                <a:latin typeface="NikoshBAN"/>
              </a:rPr>
              <a:t>থেকে</a:t>
            </a:r>
            <a:r>
              <a:rPr lang="en-US" sz="2800" dirty="0">
                <a:latin typeface="NikoshBAN"/>
              </a:rPr>
              <a:t> </a:t>
            </a:r>
            <a:r>
              <a:rPr lang="en-US" sz="2800" dirty="0" err="1">
                <a:latin typeface="NikoshBAN"/>
              </a:rPr>
              <a:t>ভ্রষ্ট</a:t>
            </a:r>
            <a:r>
              <a:rPr lang="en-US" sz="2800" dirty="0">
                <a:latin typeface="NikoshBAN"/>
              </a:rPr>
              <a:t> </a:t>
            </a:r>
            <a:r>
              <a:rPr lang="en-US" sz="2800" dirty="0" err="1">
                <a:latin typeface="NikoshBAN"/>
              </a:rPr>
              <a:t>হয়</a:t>
            </a:r>
            <a:r>
              <a:rPr lang="en-US" sz="2800" dirty="0">
                <a:latin typeface="NikoshBAN"/>
              </a:rPr>
              <a:t>; </a:t>
            </a:r>
            <a:r>
              <a:rPr lang="en-US" sz="2800" dirty="0" err="1">
                <a:latin typeface="NikoshBAN"/>
              </a:rPr>
              <a:t>সংশয়যুক্ত</a:t>
            </a:r>
            <a:r>
              <a:rPr lang="en-US" sz="2800" dirty="0">
                <a:latin typeface="NikoshBAN"/>
              </a:rPr>
              <a:t> </a:t>
            </a:r>
            <a:r>
              <a:rPr lang="en-US" sz="2800" dirty="0" err="1">
                <a:latin typeface="NikoshBAN"/>
              </a:rPr>
              <a:t>মানুষের</a:t>
            </a:r>
            <a:r>
              <a:rPr lang="en-US" sz="2800" dirty="0">
                <a:latin typeface="NikoshBAN"/>
              </a:rPr>
              <a:t> </a:t>
            </a:r>
            <a:r>
              <a:rPr lang="en-US" sz="2800" dirty="0" err="1">
                <a:latin typeface="NikoshBAN"/>
              </a:rPr>
              <a:t>এইলোকও</a:t>
            </a:r>
            <a:r>
              <a:rPr lang="en-US" sz="2800" dirty="0">
                <a:latin typeface="NikoshBAN"/>
              </a:rPr>
              <a:t> </a:t>
            </a:r>
            <a:r>
              <a:rPr lang="en-US" sz="2800" dirty="0" err="1">
                <a:latin typeface="NikoshBAN"/>
              </a:rPr>
              <a:t>নেই</a:t>
            </a:r>
            <a:r>
              <a:rPr lang="en-US" sz="2800" dirty="0">
                <a:latin typeface="NikoshBAN"/>
              </a:rPr>
              <a:t>, </a:t>
            </a:r>
            <a:r>
              <a:rPr lang="en-US" sz="2800" dirty="0" err="1">
                <a:latin typeface="NikoshBAN"/>
              </a:rPr>
              <a:t>পরলোকও</a:t>
            </a:r>
            <a:r>
              <a:rPr lang="en-US" sz="2800" dirty="0">
                <a:latin typeface="NikoshBAN"/>
              </a:rPr>
              <a:t> </a:t>
            </a:r>
            <a:r>
              <a:rPr lang="en-US" sz="2800" dirty="0" err="1">
                <a:latin typeface="NikoshBAN"/>
              </a:rPr>
              <a:t>নেই</a:t>
            </a:r>
            <a:r>
              <a:rPr lang="en-US" sz="2800" dirty="0">
                <a:latin typeface="NikoshBAN"/>
              </a:rPr>
              <a:t>, </a:t>
            </a:r>
            <a:r>
              <a:rPr lang="en-US" sz="2800" dirty="0" err="1">
                <a:latin typeface="NikoshBAN"/>
              </a:rPr>
              <a:t>সুখও</a:t>
            </a:r>
            <a:r>
              <a:rPr lang="en-US" sz="2800" dirty="0">
                <a:latin typeface="NikoshBAN"/>
              </a:rPr>
              <a:t> </a:t>
            </a:r>
            <a:r>
              <a:rPr lang="en-US" sz="2800" dirty="0" err="1">
                <a:latin typeface="NikoshBAN"/>
              </a:rPr>
              <a:t>নেই</a:t>
            </a:r>
            <a:r>
              <a:rPr lang="en-US" sz="2800" dirty="0">
                <a:latin typeface="NikoshBAN"/>
              </a:rPr>
              <a:t>।"</a:t>
            </a:r>
          </a:p>
          <a:p>
            <a:endParaRPr lang="en-US" sz="2800" dirty="0">
              <a:latin typeface="NikoshBAN"/>
            </a:endParaRPr>
          </a:p>
          <a:p>
            <a:r>
              <a:rPr lang="en-US" sz="2800" dirty="0">
                <a:latin typeface="NikoshBAN"/>
              </a:rPr>
              <a:t>--</a:t>
            </a:r>
            <a:r>
              <a:rPr lang="en-US" sz="2800" dirty="0" err="1">
                <a:latin typeface="NikoshBAN"/>
              </a:rPr>
              <a:t>শ্রীমদভগবদগীতা</a:t>
            </a:r>
            <a:r>
              <a:rPr lang="en-US" sz="2800" dirty="0">
                <a:latin typeface="NikoshBAN"/>
              </a:rPr>
              <a:t> ৪/৩৮,৪০।</a:t>
            </a:r>
          </a:p>
        </p:txBody>
      </p:sp>
      <p:sp>
        <p:nvSpPr>
          <p:cNvPr id="1048669" name="Title 1"/>
          <p:cNvSpPr/>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b="1" u="sng" dirty="0">
                <a:effectLst>
                  <a:outerShdw blurRad="38100" dist="38100" dir="2700000" algn="br" rotWithShape="0">
                    <a:srgbClr val="000000"/>
                  </a:outerShdw>
                </a:effectLst>
                <a:latin typeface="NikoshBAN"/>
              </a:rPr>
              <a:t>"</a:t>
            </a:r>
            <a:r>
              <a:rPr lang="en-US" altLang="en-US" b="1" u="sng" dirty="0" err="1">
                <a:effectLst>
                  <a:outerShdw blurRad="38100" dist="38100" dir="2700000" algn="br" rotWithShape="0">
                    <a:srgbClr val="000000"/>
                  </a:outerShdw>
                </a:effectLst>
                <a:latin typeface="NikoshBAN"/>
                <a:cs typeface="Arial"/>
              </a:rPr>
              <a:t>জ্ঞানের</a:t>
            </a:r>
            <a:r>
              <a:rPr lang="en-US" altLang="en-US" b="1" u="sng" dirty="0">
                <a:effectLst>
                  <a:outerShdw blurRad="38100" dist="38100" dir="2700000" algn="br" rotWithShape="0">
                    <a:srgbClr val="000000"/>
                  </a:outerShdw>
                </a:effectLst>
                <a:latin typeface="NikoshBAN"/>
                <a:cs typeface="Arial"/>
              </a:rPr>
              <a:t> </a:t>
            </a:r>
            <a:r>
              <a:rPr lang="en-US" altLang="en-US" b="1" u="sng" dirty="0" err="1">
                <a:effectLst>
                  <a:outerShdw blurRad="38100" dist="38100" dir="2700000" algn="br" rotWithShape="0">
                    <a:srgbClr val="000000"/>
                  </a:outerShdw>
                </a:effectLst>
                <a:latin typeface="NikoshBAN"/>
                <a:cs typeface="Arial"/>
              </a:rPr>
              <a:t>প্রয়োজনীয়তা</a:t>
            </a:r>
            <a:r>
              <a:rPr lang="en-US" altLang="en-US" b="1" u="sng" dirty="0">
                <a:effectLst>
                  <a:outerShdw blurRad="38100" dist="38100" dir="2700000" algn="br" rotWithShape="0">
                    <a:srgbClr val="000000"/>
                  </a:outerShdw>
                </a:effectLst>
                <a:latin typeface="NikoshBAN"/>
                <a:cs typeface="Arial"/>
              </a:rPr>
              <a:t>"</a:t>
            </a:r>
            <a:endParaRPr lang="zh-CN" altLang="en-US" dirty="0">
              <a:effectLst>
                <a:outerShdw blurRad="38100" dist="38100" dir="2700000" algn="br" rotWithShape="0">
                  <a:srgbClr val="000000"/>
                </a:outerShdw>
              </a:effectLst>
              <a:latin typeface="NikoshB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6E80B1-5EB0-98DE-6C32-EBEF5D008201}"/>
              </a:ext>
            </a:extLst>
          </p:cNvPr>
          <p:cNvSpPr>
            <a:spLocks noGrp="1"/>
          </p:cNvSpPr>
          <p:nvPr>
            <p:ph idx="1"/>
          </p:nvPr>
        </p:nvSpPr>
        <p:spPr>
          <a:xfrm>
            <a:off x="163286" y="1417637"/>
            <a:ext cx="8853714" cy="4221164"/>
          </a:xfrm>
        </p:spPr>
        <p:txBody>
          <a:bodyPr/>
          <a:lstStyle/>
          <a:p>
            <a:pPr marL="0" indent="0" algn="ctr">
              <a:buNone/>
            </a:pPr>
            <a:r>
              <a:rPr lang="as-IN" sz="2800" dirty="0">
                <a:latin typeface="NikoshBAN"/>
              </a:rPr>
              <a:t>বৈরাগ্যের রুপ অস্ত্রের দ্বারা এই বৃক্ষকে ছেদন করে, সত্য বস্তুর অন্বেষণ করা কর্তব্য। সেই সত্য তত্ত্বে অবস্থিত হলে তা থেকে আর নিবৃত্তি হয় না।</a:t>
            </a:r>
            <a:r>
              <a:rPr lang="en-US" sz="2800" dirty="0">
                <a:latin typeface="NikoshBAN"/>
              </a:rPr>
              <a:t>” (</a:t>
            </a:r>
            <a:r>
              <a:rPr lang="en-US" sz="2800" dirty="0" err="1">
                <a:latin typeface="NikoshBAN"/>
              </a:rPr>
              <a:t>গীতা</a:t>
            </a:r>
            <a:r>
              <a:rPr lang="en-US" sz="2800" dirty="0">
                <a:latin typeface="NikoshBAN"/>
              </a:rPr>
              <a:t> ১৫/৩)</a:t>
            </a:r>
          </a:p>
          <a:p>
            <a:pPr marL="0" indent="0" algn="ctr">
              <a:buNone/>
            </a:pPr>
            <a:endParaRPr lang="en-US" sz="2800" dirty="0">
              <a:latin typeface="NikoshBAN"/>
            </a:endParaRPr>
          </a:p>
          <a:p>
            <a:pPr marL="0" indent="0" algn="ctr">
              <a:buNone/>
            </a:pPr>
            <a:r>
              <a:rPr lang="en-US" sz="2800" dirty="0">
                <a:latin typeface="NikoshBAN"/>
              </a:rPr>
              <a:t>“</a:t>
            </a:r>
            <a:r>
              <a:rPr lang="as-IN" sz="2800" dirty="0">
                <a:latin typeface="NikoshBAN"/>
              </a:rPr>
              <a:t>মুঢ় লোকেরা বুঝতে পারেনা জীব কিভাবে দেহত্যাগ করে অথবা প্রকৃতির গুণের দ্বারা প্রভাবিত হয়ে কিভাবে তার পরবর্তী শরীর উপভোগ করে। কিন্তু যিনি জ্ঞান চক্ষুবিশিষ্ট তিনি সমস্ত বিষয় যথাযথ ভাবে দর্শন করতে পারেন।</a:t>
            </a:r>
            <a:r>
              <a:rPr lang="en-US" sz="2800" dirty="0">
                <a:latin typeface="NikoshBAN"/>
              </a:rPr>
              <a:t>” </a:t>
            </a:r>
          </a:p>
          <a:p>
            <a:pPr marL="0" indent="0" algn="ctr">
              <a:buNone/>
            </a:pPr>
            <a:r>
              <a:rPr lang="en-US" sz="2800" dirty="0">
                <a:latin typeface="NikoshBAN"/>
              </a:rPr>
              <a:t>(</a:t>
            </a:r>
            <a:r>
              <a:rPr lang="en-US" sz="2800" dirty="0" err="1">
                <a:latin typeface="NikoshBAN"/>
              </a:rPr>
              <a:t>গীতা</a:t>
            </a:r>
            <a:r>
              <a:rPr lang="en-US" sz="2800" dirty="0">
                <a:latin typeface="NikoshBAN"/>
              </a:rPr>
              <a:t> ১৫/১০)</a:t>
            </a:r>
          </a:p>
        </p:txBody>
      </p:sp>
      <p:sp>
        <p:nvSpPr>
          <p:cNvPr id="5" name="Title 1">
            <a:extLst>
              <a:ext uri="{FF2B5EF4-FFF2-40B4-BE49-F238E27FC236}">
                <a16:creationId xmlns:a16="http://schemas.microsoft.com/office/drawing/2014/main" id="{5C619CFD-0409-F3C8-7250-C8BC2BDCECC0}"/>
              </a:ext>
            </a:extLst>
          </p:cNvPr>
          <p:cNvSpPr>
            <a:spLocks noGrp="1"/>
          </p:cNvSpPr>
          <p:nvPr>
            <p:ph type="title"/>
          </p:nvPr>
        </p:nvSpPr>
        <p:spPr>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b="1" u="sng" dirty="0">
                <a:effectLst>
                  <a:outerShdw blurRad="38100" dist="38100" dir="2700000" algn="br" rotWithShape="0">
                    <a:srgbClr val="000000"/>
                  </a:outerShdw>
                </a:effectLst>
                <a:latin typeface="Arial"/>
              </a:rPr>
              <a:t>"</a:t>
            </a:r>
            <a:r>
              <a:rPr lang="en-US" altLang="en-US" b="1" u="sng" dirty="0" err="1">
                <a:effectLst>
                  <a:outerShdw blurRad="38100" dist="38100" dir="2700000" algn="br" rotWithShape="0">
                    <a:srgbClr val="000000"/>
                  </a:outerShdw>
                </a:effectLst>
                <a:latin typeface="Arial"/>
                <a:cs typeface="Arial"/>
              </a:rPr>
              <a:t>জ্ঞানের</a:t>
            </a:r>
            <a:r>
              <a:rPr lang="en-US" altLang="en-US" b="1" u="sng" dirty="0">
                <a:effectLst>
                  <a:outerShdw blurRad="38100" dist="38100" dir="2700000" algn="br" rotWithShape="0">
                    <a:srgbClr val="000000"/>
                  </a:outerShdw>
                </a:effectLst>
                <a:latin typeface="Arial"/>
                <a:cs typeface="Arial"/>
              </a:rPr>
              <a:t> </a:t>
            </a:r>
            <a:r>
              <a:rPr lang="en-US" altLang="en-US" b="1" u="sng" dirty="0" err="1">
                <a:effectLst>
                  <a:outerShdw blurRad="38100" dist="38100" dir="2700000" algn="br" rotWithShape="0">
                    <a:srgbClr val="000000"/>
                  </a:outerShdw>
                </a:effectLst>
                <a:latin typeface="Arial"/>
                <a:cs typeface="Arial"/>
              </a:rPr>
              <a:t>প্রয়োজনীয়তা</a:t>
            </a:r>
            <a:r>
              <a:rPr lang="en-US" altLang="en-US" b="1" u="sng" dirty="0">
                <a:effectLst>
                  <a:outerShdw blurRad="38100" dist="38100" dir="2700000" algn="br" rotWithShape="0">
                    <a:srgbClr val="000000"/>
                  </a:outerShdw>
                </a:effectLst>
                <a:latin typeface="Arial"/>
                <a:cs typeface="Arial"/>
              </a:rPr>
              <a:t>"</a:t>
            </a:r>
            <a:endParaRPr lang="zh-CN" altLang="en-US" dirty="0">
              <a:effectLst>
                <a:outerShdw blurRad="38100" dist="38100" dir="2700000" algn="br" rotWithShape="0">
                  <a:srgbClr val="000000"/>
                </a:outerShdw>
              </a:effectLst>
            </a:endParaRPr>
          </a:p>
        </p:txBody>
      </p:sp>
    </p:spTree>
    <p:extLst>
      <p:ext uri="{BB962C8B-B14F-4D97-AF65-F5344CB8AC3E}">
        <p14:creationId xmlns:p14="http://schemas.microsoft.com/office/powerpoint/2010/main" val="2117337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2D2065-A5CC-3319-30CB-316701A34D47}"/>
              </a:ext>
            </a:extLst>
          </p:cNvPr>
          <p:cNvSpPr>
            <a:spLocks noGrp="1"/>
          </p:cNvSpPr>
          <p:nvPr>
            <p:ph idx="1"/>
          </p:nvPr>
        </p:nvSpPr>
        <p:spPr>
          <a:xfrm>
            <a:off x="457200" y="2590800"/>
            <a:ext cx="8229600" cy="2518229"/>
          </a:xfrm>
        </p:spPr>
        <p:txBody>
          <a:bodyPr/>
          <a:lstStyle/>
          <a:p>
            <a:pPr marL="0" indent="0" algn="ctr">
              <a:buNone/>
            </a:pPr>
            <a:r>
              <a:rPr lang="en-US" dirty="0">
                <a:latin typeface="NikoshBAN"/>
              </a:rPr>
              <a:t>“</a:t>
            </a:r>
            <a:r>
              <a:rPr lang="as-IN" dirty="0">
                <a:latin typeface="NikoshBAN"/>
              </a:rPr>
              <a:t>আত্মজ্ঞান সম্পন্ন, যত্নশীল যোগীগণ, এই তত্ত্ব স্পষ্টরুপে দর্শন করতে পারেন কিন্তু আত্মতত্ত্ব জ্ঞানহীন অবিবেকগণ যত্ন করেও এই তত্ত্ব অবগত হন না।</a:t>
            </a:r>
            <a:r>
              <a:rPr lang="en-US" dirty="0">
                <a:latin typeface="NikoshBAN"/>
              </a:rPr>
              <a:t>” (</a:t>
            </a:r>
            <a:r>
              <a:rPr lang="en-US" dirty="0" err="1">
                <a:latin typeface="NikoshBAN"/>
              </a:rPr>
              <a:t>গীতা</a:t>
            </a:r>
            <a:r>
              <a:rPr lang="en-US" dirty="0">
                <a:latin typeface="NikoshBAN"/>
              </a:rPr>
              <a:t> ১৫/১২)</a:t>
            </a:r>
          </a:p>
          <a:p>
            <a:pPr marL="0" indent="0">
              <a:buNone/>
            </a:pPr>
            <a:endParaRPr lang="en-US" dirty="0">
              <a:latin typeface="NikoshBAN"/>
            </a:endParaRPr>
          </a:p>
        </p:txBody>
      </p:sp>
      <p:sp>
        <p:nvSpPr>
          <p:cNvPr id="5" name="Title 1">
            <a:extLst>
              <a:ext uri="{FF2B5EF4-FFF2-40B4-BE49-F238E27FC236}">
                <a16:creationId xmlns:a16="http://schemas.microsoft.com/office/drawing/2014/main" id="{8EB85FF6-60C0-0FCA-EE0C-EF437E0FFEAC}"/>
              </a:ext>
            </a:extLst>
          </p:cNvPr>
          <p:cNvSpPr txBox="1">
            <a:spLocks noGrp="1"/>
          </p:cNvSpPr>
          <p:nvPr>
            <p:ph type="title"/>
          </p:nvPr>
        </p:nvSpPr>
        <p:spPr>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r>
              <a:rPr lang="en-US" altLang="en-US" b="1" u="sng" dirty="0">
                <a:effectLst>
                  <a:outerShdw blurRad="38100" dist="38100" dir="2700000" algn="br" rotWithShape="0">
                    <a:srgbClr val="000000"/>
                  </a:outerShdw>
                </a:effectLst>
                <a:latin typeface="Arial"/>
              </a:rPr>
              <a:t>"</a:t>
            </a:r>
            <a:r>
              <a:rPr lang="en-US" altLang="en-US" b="1" u="sng" dirty="0" err="1">
                <a:effectLst>
                  <a:outerShdw blurRad="38100" dist="38100" dir="2700000" algn="br" rotWithShape="0">
                    <a:srgbClr val="000000"/>
                  </a:outerShdw>
                </a:effectLst>
                <a:latin typeface="Arial"/>
                <a:cs typeface="Arial"/>
              </a:rPr>
              <a:t>জ্ঞানের</a:t>
            </a:r>
            <a:r>
              <a:rPr lang="en-US" altLang="en-US" b="1" u="sng" dirty="0">
                <a:effectLst>
                  <a:outerShdw blurRad="38100" dist="38100" dir="2700000" algn="br" rotWithShape="0">
                    <a:srgbClr val="000000"/>
                  </a:outerShdw>
                </a:effectLst>
                <a:latin typeface="Arial"/>
                <a:cs typeface="Arial"/>
              </a:rPr>
              <a:t> </a:t>
            </a:r>
            <a:r>
              <a:rPr lang="en-US" altLang="en-US" b="1" u="sng" dirty="0" err="1">
                <a:effectLst>
                  <a:outerShdw blurRad="38100" dist="38100" dir="2700000" algn="br" rotWithShape="0">
                    <a:srgbClr val="000000"/>
                  </a:outerShdw>
                </a:effectLst>
                <a:latin typeface="Arial"/>
                <a:cs typeface="Arial"/>
              </a:rPr>
              <a:t>প্রয়োজনীয়তা</a:t>
            </a:r>
            <a:r>
              <a:rPr lang="en-US" altLang="en-US" b="1" u="sng" dirty="0">
                <a:effectLst>
                  <a:outerShdw blurRad="38100" dist="38100" dir="2700000" algn="br" rotWithShape="0">
                    <a:srgbClr val="000000"/>
                  </a:outerShdw>
                </a:effectLst>
                <a:latin typeface="Arial"/>
                <a:cs typeface="Arial"/>
              </a:rPr>
              <a:t>"</a:t>
            </a:r>
            <a:endParaRPr lang="zh-CN" altLang="en-US" dirty="0">
              <a:effectLst>
                <a:outerShdw blurRad="38100" dist="38100" dir="2700000" algn="br" rotWithShape="0">
                  <a:srgbClr val="000000"/>
                </a:outerShdw>
              </a:effectLst>
            </a:endParaRPr>
          </a:p>
        </p:txBody>
      </p:sp>
    </p:spTree>
    <p:extLst>
      <p:ext uri="{BB962C8B-B14F-4D97-AF65-F5344CB8AC3E}">
        <p14:creationId xmlns:p14="http://schemas.microsoft.com/office/powerpoint/2010/main" val="198254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5" name="Title 1"/>
          <p:cNvSpPr>
            <a:spLocks noGrp="1"/>
          </p:cNvSpPr>
          <p:nvPr>
            <p:ph type="title"/>
          </p:nvPr>
        </p:nvSpPr>
        <p:spPr>
          <a:xfrm>
            <a:off x="457200" y="266700"/>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শাস্ত্রের প্রয়োজনীয়তাঃ</a:t>
            </a:r>
          </a:p>
        </p:txBody>
      </p:sp>
      <p:sp>
        <p:nvSpPr>
          <p:cNvPr id="1048616" name="Content Placeholder 2"/>
          <p:cNvSpPr>
            <a:spLocks noGrp="1"/>
          </p:cNvSpPr>
          <p:nvPr>
            <p:ph idx="1"/>
          </p:nvPr>
        </p:nvSpPr>
        <p:spPr>
          <a:xfrm>
            <a:off x="457200" y="2034172"/>
            <a:ext cx="8229600" cy="3914738"/>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lgn="ctr">
              <a:buFontTx/>
              <a:buNone/>
            </a:pPr>
            <a:r>
              <a:rPr lang="en-US" altLang="en-US" sz="2800" dirty="0">
                <a:latin typeface="NikoshBAN" pitchFamily="2" charset="0"/>
                <a:ea typeface="NikoshBAN" pitchFamily="2" charset="0"/>
              </a:rPr>
              <a:t>"</a:t>
            </a:r>
            <a:r>
              <a:rPr lang="en-US" altLang="en-US" sz="2800" dirty="0" err="1">
                <a:latin typeface="NikoshBAN" pitchFamily="2" charset="0"/>
                <a:ea typeface="NikoshBAN" pitchFamily="2" charset="0"/>
              </a:rPr>
              <a:t>যে</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ব্যক্তি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শাস্ত্রবিধি</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পরিত্যাগ</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করিয়া</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স্বেচ্ছাচারে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প্রবৃত্ত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হয়</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সে</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সিদ্ধিপ্রাপ্ত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হয়না</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সুখপ্রাপ্ত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হয়না</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পরমগতি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প্রাপ্তও</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হয়না</a:t>
            </a:r>
            <a:r>
              <a:rPr lang="en-US" altLang="en-US" sz="2800" dirty="0">
                <a:latin typeface="NikoshBAN" pitchFamily="2" charset="0"/>
                <a:ea typeface="NikoshBAN" pitchFamily="2" charset="0"/>
              </a:rPr>
              <a:t>।” </a:t>
            </a:r>
            <a:r>
              <a:rPr lang="en-US" altLang="en-US" sz="2800" b="1" dirty="0">
                <a:latin typeface="NikoshBAN" pitchFamily="2" charset="0"/>
                <a:ea typeface="NikoshBAN" pitchFamily="2" charset="0"/>
              </a:rPr>
              <a:t>(</a:t>
            </a:r>
            <a:r>
              <a:rPr lang="en-US" altLang="en-US" sz="2800" b="1" dirty="0" err="1">
                <a:latin typeface="NikoshBAN" pitchFamily="2" charset="0"/>
                <a:ea typeface="NikoshBAN" pitchFamily="2" charset="0"/>
              </a:rPr>
              <a:t>শ্রীমদ্ভগবদ্গীতা</a:t>
            </a:r>
            <a:r>
              <a:rPr lang="en-US" altLang="en-US" sz="2800" b="1" dirty="0">
                <a:latin typeface="NikoshBAN" pitchFamily="2" charset="0"/>
                <a:ea typeface="NikoshBAN" pitchFamily="2" charset="0"/>
              </a:rPr>
              <a:t> ১৬/২৩)</a:t>
            </a:r>
            <a:endParaRPr lang="zh-CN" altLang="en-US" sz="2800" dirty="0"/>
          </a:p>
          <a:p>
            <a:pPr marL="0" lvl="0" indent="0" algn="ctr">
              <a:buFontTx/>
              <a:buNone/>
            </a:pPr>
            <a:endParaRPr lang="zh-CN" altLang="en-US" sz="2800" dirty="0"/>
          </a:p>
          <a:p>
            <a:pPr marL="0" lvl="0" indent="0" algn="ctr">
              <a:buFontTx/>
              <a:buNone/>
            </a:pPr>
            <a:r>
              <a:rPr lang="en-US" altLang="en-US" sz="2800" dirty="0">
                <a:latin typeface="NikoshBAN" pitchFamily="2" charset="0"/>
                <a:ea typeface="NikoshBAN" pitchFamily="2" charset="0"/>
              </a:rPr>
              <a:t>"</a:t>
            </a:r>
            <a:r>
              <a:rPr lang="as-IN" altLang="en-US" sz="2800" dirty="0">
                <a:latin typeface="NikoshBAN" pitchFamily="2" charset="0"/>
                <a:ea typeface="NikoshBAN" pitchFamily="2" charset="0"/>
              </a:rPr>
              <a:t>কর্তব্য ও অকর্তব্য নির্ধারণে শাস্ত্রই একমাত্র প্রমাণ। অতএব শাস্ত্রীয় বিধি নিষেধের স্বরুপ জেনে কর্ম করা উচিত যাতে পরমার্থিক উন্নতি লাভ করা যায়।" (</a:t>
            </a:r>
            <a:r>
              <a:rPr lang="as-IN" altLang="en-US" sz="2800" b="1" dirty="0">
                <a:latin typeface="NikoshBAN" pitchFamily="2" charset="0"/>
                <a:ea typeface="NikoshBAN" pitchFamily="2" charset="0"/>
              </a:rPr>
              <a:t>শ্রীমদ্ভগবদ্গীতা ১৬/২৩)</a:t>
            </a:r>
            <a:endParaRPr lang="zh-CN" altLang="en-US" sz="2800" b="1"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3" name="Title 1"/>
          <p:cNvSpPr>
            <a:spLocks noGrp="1"/>
          </p:cNvSpPr>
          <p:nvPr>
            <p:ph type="title"/>
          </p:nvPr>
        </p:nvSpPr>
        <p:spPr>
          <a:xfrm>
            <a:off x="457200" y="203200"/>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en-US" altLang="en-US" b="1" u="sng" dirty="0">
                <a:effectLst>
                  <a:outerShdw blurRad="38100" dist="38100" dir="2700000" algn="br" rotWithShape="0">
                    <a:srgbClr val="000000"/>
                  </a:outerShdw>
                </a:effectLst>
                <a:latin typeface="NikoshBAN" pitchFamily="2" charset="0"/>
                <a:ea typeface="NikoshBAN" pitchFamily="2" charset="0"/>
              </a:rPr>
              <a:t>‘</a:t>
            </a:r>
            <a:r>
              <a:rPr lang="en-US" altLang="en-US" b="1" u="sng" dirty="0" err="1">
                <a:effectLst>
                  <a:outerShdw blurRad="38100" dist="38100" dir="2700000" algn="br" rotWithShape="0">
                    <a:srgbClr val="000000"/>
                  </a:outerShdw>
                </a:effectLst>
                <a:latin typeface="NikoshBAN" pitchFamily="2" charset="0"/>
                <a:ea typeface="NikoshBAN" pitchFamily="2" charset="0"/>
              </a:rPr>
              <a:t>প্রামাণ্যতা</a:t>
            </a:r>
            <a:r>
              <a:rPr lang="en-US" altLang="en-US" b="1" u="sng" dirty="0">
                <a:effectLst>
                  <a:outerShdw blurRad="38100" dist="38100" dir="2700000" algn="br" rotWithShape="0">
                    <a:srgbClr val="000000"/>
                  </a:outerShdw>
                </a:effectLst>
                <a:latin typeface="NikoshBAN" pitchFamily="2" charset="0"/>
                <a:ea typeface="NikoshBAN" pitchFamily="2" charset="0"/>
              </a:rPr>
              <a:t>’</a:t>
            </a:r>
          </a:p>
        </p:txBody>
      </p:sp>
      <p:sp>
        <p:nvSpPr>
          <p:cNvPr id="1048614" name="Content Placeholder 2"/>
          <p:cNvSpPr>
            <a:spLocks noGrp="1"/>
          </p:cNvSpPr>
          <p:nvPr>
            <p:ph idx="1"/>
          </p:nvPr>
        </p:nvSpPr>
        <p:spPr>
          <a:xfrm>
            <a:off x="381000" y="1524000"/>
            <a:ext cx="8229600" cy="4744977"/>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buFontTx/>
              <a:buNone/>
            </a:pPr>
            <a:r>
              <a:rPr lang="as-IN" altLang="en-US" sz="2800" dirty="0">
                <a:latin typeface="NikoshBAN" pitchFamily="2" charset="0"/>
                <a:ea typeface="NikoshBAN" pitchFamily="2" charset="0"/>
              </a:rPr>
              <a:t>শ্রুতি শাস্ত্রকে আমরা "বেদ" নামে চিনি। মহর্ষি মনু বলেছেন, </a:t>
            </a:r>
            <a:r>
              <a:rPr lang="as-IN" altLang="en-US" sz="2800" b="1" u="sng" dirty="0">
                <a:latin typeface="NikoshBAN" pitchFamily="2" charset="0"/>
                <a:ea typeface="NikoshBAN" pitchFamily="2" charset="0"/>
              </a:rPr>
              <a:t>“শ্রুতিস্তু বেদো”</a:t>
            </a:r>
            <a:r>
              <a:rPr lang="as-IN" altLang="en-US" sz="2800" u="sng" dirty="0">
                <a:latin typeface="NikoshBAN" pitchFamily="2" charset="0"/>
                <a:ea typeface="NikoshBAN" pitchFamily="2" charset="0"/>
              </a:rPr>
              <a:t> </a:t>
            </a:r>
            <a:r>
              <a:rPr lang="en-US" altLang="en-US" sz="2800" dirty="0" err="1">
                <a:latin typeface="NikoshBAN" pitchFamily="2" charset="0"/>
                <a:ea typeface="NikoshBAN" pitchFamily="2" charset="0"/>
              </a:rPr>
              <a:t>অর্থা</a:t>
            </a:r>
            <a:r>
              <a:rPr lang="en-US" altLang="en-US" sz="2800" dirty="0">
                <a:latin typeface="NikoshBAN" pitchFamily="2" charset="0"/>
                <a:ea typeface="NikoshBAN" pitchFamily="2" charset="0"/>
              </a:rPr>
              <a:t>ৎ </a:t>
            </a:r>
            <a:r>
              <a:rPr lang="en-US" altLang="en-US" sz="2800" dirty="0" err="1">
                <a:latin typeface="NikoshBAN" pitchFamily="2" charset="0"/>
                <a:ea typeface="NikoshBAN" pitchFamily="2" charset="0"/>
              </a:rPr>
              <a:t>বেদ</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হচ্ছে</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শ্রুতি</a:t>
            </a:r>
            <a:r>
              <a:rPr lang="en-US" altLang="en-US" sz="2800" dirty="0">
                <a:latin typeface="NikoshBAN" pitchFamily="2" charset="0"/>
                <a:ea typeface="NikoshBAN" pitchFamily="2" charset="0"/>
              </a:rPr>
              <a:t>। (২.১০)।</a:t>
            </a:r>
          </a:p>
          <a:p>
            <a:pPr marL="0" lvl="0" indent="0">
              <a:buFontTx/>
              <a:buNone/>
            </a:pPr>
            <a:endParaRPr lang="as-IN" altLang="en-US" sz="2800" b="1" dirty="0">
              <a:latin typeface="NikoshBAN" pitchFamily="2" charset="0"/>
              <a:ea typeface="NikoshBAN" pitchFamily="2" charset="0"/>
            </a:endParaRPr>
          </a:p>
          <a:p>
            <a:pPr marL="0" lvl="0" indent="0" algn="ctr">
              <a:buFontTx/>
              <a:buNone/>
            </a:pPr>
            <a:r>
              <a:rPr lang="as-IN" altLang="en-US" sz="2800" b="1" dirty="0">
                <a:latin typeface="NikoshBAN" pitchFamily="2" charset="0"/>
                <a:ea typeface="NikoshBAN" pitchFamily="2" charset="0"/>
              </a:rPr>
              <a:t>"</a:t>
            </a:r>
            <a:r>
              <a:rPr lang="en-US" altLang="en-US" sz="2800" b="1" u="sng" dirty="0" err="1">
                <a:latin typeface="NikoshBAN" pitchFamily="2" charset="0"/>
                <a:ea typeface="NikoshBAN" pitchFamily="2" charset="0"/>
              </a:rPr>
              <a:t>স্মৃতি</a:t>
            </a:r>
            <a:r>
              <a:rPr lang="en-US" altLang="en-US" sz="2800" b="1" u="sng" dirty="0">
                <a:latin typeface="NikoshBAN" pitchFamily="2" charset="0"/>
                <a:ea typeface="NikoshBAN" pitchFamily="2" charset="0"/>
              </a:rPr>
              <a:t> </a:t>
            </a:r>
            <a:r>
              <a:rPr lang="en-US" altLang="en-US" sz="2800" b="1" u="sng" dirty="0" err="1">
                <a:latin typeface="NikoshBAN" pitchFamily="2" charset="0"/>
                <a:ea typeface="NikoshBAN" pitchFamily="2" charset="0"/>
              </a:rPr>
              <a:t>শ্রুতি</a:t>
            </a:r>
            <a:r>
              <a:rPr lang="en-US" altLang="en-US" sz="2800" b="1" u="sng" dirty="0">
                <a:latin typeface="NikoshBAN" pitchFamily="2" charset="0"/>
                <a:ea typeface="NikoshBAN" pitchFamily="2" charset="0"/>
              </a:rPr>
              <a:t> </a:t>
            </a:r>
            <a:r>
              <a:rPr lang="en-US" altLang="en-US" sz="2800" b="1" u="sng" dirty="0" err="1">
                <a:latin typeface="NikoshBAN" pitchFamily="2" charset="0"/>
                <a:ea typeface="NikoshBAN" pitchFamily="2" charset="0"/>
              </a:rPr>
              <a:t>বিবাদেন</a:t>
            </a:r>
            <a:r>
              <a:rPr lang="en-US" altLang="en-US" sz="2800" b="1" u="sng" dirty="0">
                <a:latin typeface="NikoshBAN" pitchFamily="2" charset="0"/>
                <a:ea typeface="NikoshBAN" pitchFamily="2" charset="0"/>
              </a:rPr>
              <a:t> </a:t>
            </a:r>
            <a:r>
              <a:rPr lang="en-US" altLang="en-US" sz="2800" b="1" u="sng" dirty="0" err="1">
                <a:latin typeface="NikoshBAN" pitchFamily="2" charset="0"/>
                <a:ea typeface="NikoshBAN" pitchFamily="2" charset="0"/>
              </a:rPr>
              <a:t>শ্রুতিরেব</a:t>
            </a:r>
            <a:r>
              <a:rPr lang="en-US" altLang="en-US" sz="2800" b="1" u="sng" dirty="0">
                <a:latin typeface="NikoshBAN" pitchFamily="2" charset="0"/>
                <a:ea typeface="NikoshBAN" pitchFamily="2" charset="0"/>
              </a:rPr>
              <a:t> </a:t>
            </a:r>
            <a:r>
              <a:rPr lang="en-US" altLang="en-US" sz="2800" b="1" u="sng" dirty="0" err="1">
                <a:latin typeface="NikoshBAN" pitchFamily="2" charset="0"/>
                <a:ea typeface="NikoshBAN" pitchFamily="2" charset="0"/>
              </a:rPr>
              <a:t>গরীয়সী</a:t>
            </a:r>
            <a:r>
              <a:rPr lang="en-US" altLang="en-US" sz="2800" b="1" u="sng" dirty="0">
                <a:latin typeface="NikoshBAN" pitchFamily="2" charset="0"/>
                <a:ea typeface="NikoshBAN" pitchFamily="2" charset="0"/>
              </a:rPr>
              <a:t>" </a:t>
            </a:r>
          </a:p>
          <a:p>
            <a:pPr marL="0" lvl="0" indent="0" algn="ctr">
              <a:buFontTx/>
              <a:buNone/>
            </a:pPr>
            <a:r>
              <a:rPr lang="as-IN" altLang="en-US" sz="2800" b="1" u="sng" dirty="0">
                <a:latin typeface="NikoshBAN" pitchFamily="2" charset="0"/>
                <a:ea typeface="NikoshBAN" pitchFamily="2" charset="0"/>
              </a:rPr>
              <a:t>(যাজ্ঞবল্ক্য সূত্র ১.২)</a:t>
            </a:r>
            <a:r>
              <a:rPr lang="en-US" altLang="en-US" sz="2800" u="sng" dirty="0">
                <a:latin typeface="NikoshBAN" pitchFamily="2" charset="0"/>
                <a:ea typeface="NikoshBAN" pitchFamily="2" charset="0"/>
              </a:rPr>
              <a:t> </a:t>
            </a:r>
          </a:p>
          <a:p>
            <a:pPr marL="0" lvl="0" indent="0" algn="ctr">
              <a:buFontTx/>
              <a:buNone/>
            </a:pPr>
            <a:endParaRPr lang="en-US" altLang="en-US" sz="2800" u="sng" dirty="0">
              <a:latin typeface="NikoshBAN" pitchFamily="2" charset="0"/>
              <a:ea typeface="NikoshBAN" pitchFamily="2" charset="0"/>
            </a:endParaRPr>
          </a:p>
          <a:p>
            <a:pPr marL="0" lvl="0" indent="0">
              <a:buFontTx/>
              <a:buNone/>
            </a:pPr>
            <a:r>
              <a:rPr lang="as-IN" altLang="en-US" sz="2800" dirty="0">
                <a:latin typeface="NikoshBAN" pitchFamily="2" charset="0"/>
                <a:ea typeface="NikoshBAN" pitchFamily="2" charset="0"/>
              </a:rPr>
              <a:t>অর্থাৎ স্মৃতি ও শ্রুতির</a:t>
            </a:r>
            <a:r>
              <a:rPr lang="en-US" altLang="en-US" sz="2800" dirty="0">
                <a:latin typeface="NikoshBAN" pitchFamily="2" charset="0"/>
                <a:ea typeface="NikoshBAN" pitchFamily="2" charset="0"/>
              </a:rPr>
              <a:t>/</a:t>
            </a:r>
            <a:r>
              <a:rPr lang="en-US" altLang="en-US" sz="2800" dirty="0" err="1">
                <a:latin typeface="NikoshBAN" pitchFamily="2" charset="0"/>
                <a:ea typeface="NikoshBAN" pitchFamily="2" charset="0"/>
              </a:rPr>
              <a:t>বেদের</a:t>
            </a:r>
            <a:r>
              <a:rPr lang="as-IN" altLang="en-US" sz="2800" dirty="0">
                <a:latin typeface="NikoshBAN" pitchFamily="2" charset="0"/>
                <a:ea typeface="NikoshBAN" pitchFamily="2" charset="0"/>
              </a:rPr>
              <a:t> মাঝে বিবাদ হলে শ্রুতিই গরীয়সী হবে বা প্রাধান্য পাবে। </a:t>
            </a:r>
            <a:r>
              <a:rPr lang="en-US" altLang="en-US" sz="2800" dirty="0" err="1">
                <a:latin typeface="NikoshBAN" pitchFamily="2" charset="0"/>
                <a:ea typeface="NikoshBAN" pitchFamily="2" charset="0"/>
              </a:rPr>
              <a:t>অর্থা</a:t>
            </a:r>
            <a:r>
              <a:rPr lang="en-US" altLang="en-US" sz="2800" dirty="0">
                <a:latin typeface="NikoshBAN" pitchFamily="2" charset="0"/>
                <a:ea typeface="NikoshBAN" pitchFamily="2" charset="0"/>
              </a:rPr>
              <a:t>ৎ</a:t>
            </a:r>
            <a:r>
              <a:rPr lang="as-IN" altLang="en-US" sz="2800" dirty="0">
                <a:latin typeface="NikoshBAN" pitchFamily="2" charset="0"/>
                <a:ea typeface="NikoshBAN" pitchFamily="2" charset="0"/>
              </a:rPr>
              <a:t> শ্রুতি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বা</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বেদ</a:t>
            </a:r>
            <a:r>
              <a:rPr lang="as-IN" altLang="en-US" sz="2800" dirty="0">
                <a:latin typeface="NikoshBAN" pitchFamily="2" charset="0"/>
                <a:ea typeface="NikoshBAN" pitchFamily="2" charset="0"/>
              </a:rPr>
              <a:t>ই মূল। </a:t>
            </a:r>
            <a:endParaRPr lang="zh-CN" altLang="en-US" sz="2800" dirty="0"/>
          </a:p>
          <a:p>
            <a:pPr marL="0" lvl="0" indent="0">
              <a:buFontTx/>
              <a:buNone/>
            </a:pPr>
            <a:r>
              <a:rPr lang="en-US" altLang="en-US" sz="2800" dirty="0">
                <a:latin typeface="NikoshBAN" pitchFamily="2" charset="0"/>
                <a:ea typeface="NikoshBAN" pitchFamily="2" charset="0"/>
              </a:rPr>
              <a:t> </a:t>
            </a:r>
            <a:br>
              <a:rPr lang="as-IN" altLang="en-US" sz="2800" dirty="0">
                <a:latin typeface="NikoshBAN" pitchFamily="2" charset="0"/>
                <a:ea typeface="NikoshBAN" pitchFamily="2" charset="0"/>
              </a:rPr>
            </a:br>
            <a:endParaRPr lang="en-US" altLang="en-US" sz="2800" dirty="0">
              <a:latin typeface="NikoshBAN" pitchFamily="2" charset="0"/>
              <a:ea typeface="NikoshBAN" pitchFamily="2"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Title 1"/>
          <p:cNvSpPr>
            <a:spLocks noGrp="1"/>
          </p:cNvSpPr>
          <p:nvPr>
            <p:ph type="title"/>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“বেদ অপৌরুষেয়-অভ্রান্ত”</a:t>
            </a:r>
          </a:p>
        </p:txBody>
      </p:sp>
      <p:sp>
        <p:nvSpPr>
          <p:cNvPr id="1048634" name="Content Placeholder 2"/>
          <p:cNvSpPr>
            <a:spLocks noGrp="1"/>
          </p:cNvSpPr>
          <p:nvPr>
            <p:ph idx="1"/>
          </p:nvPr>
        </p:nvSpPr>
        <p:spPr>
          <a:xfrm>
            <a:off x="457200" y="2319346"/>
            <a:ext cx="8229600" cy="3497650"/>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lgn="ctr">
              <a:buFontTx/>
              <a:buNone/>
            </a:pPr>
            <a:r>
              <a:rPr lang="en-US" altLang="en-US" sz="2800" b="1" dirty="0">
                <a:latin typeface="NikoshBAN" pitchFamily="2" charset="0"/>
                <a:ea typeface="NikoshBAN" pitchFamily="2" charset="0"/>
              </a:rPr>
              <a:t>“ন </a:t>
            </a:r>
            <a:r>
              <a:rPr lang="en-US" altLang="en-US" sz="2800" b="1" dirty="0" err="1">
                <a:latin typeface="NikoshBAN" pitchFamily="2" charset="0"/>
                <a:ea typeface="NikoshBAN" pitchFamily="2" charset="0"/>
              </a:rPr>
              <a:t>পৌরুষেয়ত্বং</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ততকর্তুঃ</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পুরুষস্যাভাবা</a:t>
            </a:r>
            <a:r>
              <a:rPr lang="en-US" altLang="en-US" sz="2800" b="1" dirty="0">
                <a:latin typeface="NikoshBAN" pitchFamily="2" charset="0"/>
                <a:ea typeface="NikoshBAN" pitchFamily="2" charset="0"/>
              </a:rPr>
              <a:t>ৎ।”</a:t>
            </a:r>
          </a:p>
          <a:p>
            <a:pPr marL="0" lvl="0" indent="0" algn="ctr">
              <a:buFontTx/>
              <a:buNone/>
            </a:pPr>
            <a:r>
              <a:rPr lang="en-US" altLang="en-US" sz="2800" b="1" dirty="0">
                <a:latin typeface="NikoshBAN" pitchFamily="2" charset="0"/>
                <a:ea typeface="NikoshBAN" pitchFamily="2" charset="0"/>
              </a:rPr>
              <a:t>(</a:t>
            </a:r>
            <a:r>
              <a:rPr lang="en-US" altLang="en-US" sz="2800" b="1" dirty="0" err="1">
                <a:latin typeface="NikoshBAN" pitchFamily="2" charset="0"/>
                <a:ea typeface="NikoshBAN" pitchFamily="2" charset="0"/>
              </a:rPr>
              <a:t>সাংখ্য</a:t>
            </a:r>
            <a:r>
              <a:rPr lang="en-US" altLang="en-US" sz="2800" b="1" dirty="0">
                <a:latin typeface="NikoshBAN" pitchFamily="2" charset="0"/>
                <a:ea typeface="NikoshBAN" pitchFamily="2" charset="0"/>
              </a:rPr>
              <a:t> ৫/৪৬)</a:t>
            </a:r>
          </a:p>
          <a:p>
            <a:pPr marL="0" lvl="0" indent="0" algn="ctr">
              <a:buFontTx/>
              <a:buNone/>
            </a:pPr>
            <a:endParaRPr lang="as-IN" altLang="en-US" sz="2800" dirty="0">
              <a:latin typeface="NikoshBAN" pitchFamily="2" charset="0"/>
              <a:ea typeface="NikoshBAN" pitchFamily="2" charset="0"/>
            </a:endParaRPr>
          </a:p>
          <a:p>
            <a:pPr marL="0" lvl="0" indent="0" algn="ctr">
              <a:buFontTx/>
              <a:buNone/>
            </a:pPr>
            <a:r>
              <a:rPr lang="as-IN" altLang="en-US" sz="2800" dirty="0">
                <a:latin typeface="NikoshBAN" pitchFamily="2" charset="0"/>
                <a:ea typeface="NikoshBAN" pitchFamily="2" charset="0"/>
              </a:rPr>
              <a:t>অর্থাৎ</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বেদের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কর্তা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কোন</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মনুষ্য</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না</a:t>
            </a:r>
            <a:r>
              <a:rPr lang="en-US" altLang="en-US" sz="2800" dirty="0">
                <a:latin typeface="NikoshBAN" pitchFamily="2" charset="0"/>
                <a:ea typeface="NikoshBAN" pitchFamily="2" charset="0"/>
              </a:rPr>
              <a:t>। </a:t>
            </a:r>
            <a:r>
              <a:rPr lang="en-US" altLang="en-US" sz="2800" b="1" dirty="0" err="1">
                <a:latin typeface="NikoshBAN" pitchFamily="2" charset="0"/>
                <a:ea typeface="NikoshBAN" pitchFamily="2" charset="0"/>
              </a:rPr>
              <a:t>বেদ</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ঈশ্বরীয়</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অভ্রান্ত</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জ্ঞান</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জীব</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আভ্রান্ত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না</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বলে</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জীবের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বেদ</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প্রণয়ণ</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শক্তির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অভাবই</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দেখিতে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পাওয়া</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যায়</a:t>
            </a:r>
            <a:r>
              <a:rPr lang="en-US" altLang="en-US" sz="2800" dirty="0">
                <a:latin typeface="NikoshBAN" pitchFamily="2" charset="0"/>
                <a:ea typeface="NikoshBAN" pitchFamily="2" charset="0"/>
              </a:rPr>
              <a:t>।” </a:t>
            </a:r>
          </a:p>
          <a:p>
            <a:pPr marL="0" lvl="0" indent="0" algn="ctr">
              <a:buFontTx/>
              <a:buNone/>
            </a:pPr>
            <a:endParaRPr lang="en-US" altLang="en-US" sz="2800" dirty="0">
              <a:latin typeface="NikoshBAN" pitchFamily="2" charset="0"/>
              <a:ea typeface="NikoshBAN" pitchFamily="2" charset="0"/>
            </a:endParaRPr>
          </a:p>
          <a:p>
            <a:pPr marL="0" lvl="0" indent="0" algn="ctr">
              <a:buFontTx/>
              <a:buNone/>
            </a:pPr>
            <a:endParaRPr sz="2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6" name="Title 1"/>
          <p:cNvSpPr>
            <a:spLocks noGrp="1"/>
          </p:cNvSpPr>
          <p:nvPr>
            <p:ph type="title"/>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a:t>
            </a:r>
            <a:r>
              <a:rPr lang="as-IN" altLang="en-US" b="1" u="sng">
                <a:effectLst>
                  <a:outerShdw blurRad="38100" dist="38100" dir="2700000" algn="br" rotWithShape="0">
                    <a:srgbClr val="000000"/>
                  </a:outerShdw>
                </a:effectLst>
                <a:latin typeface="NikoshBAN" pitchFamily="2" charset="0"/>
                <a:ea typeface="NikoshBAN" pitchFamily="2" charset="0"/>
              </a:rPr>
              <a:t>বেদের উৎপত্তি</a:t>
            </a:r>
            <a:r>
              <a:rPr lang="en-US" altLang="en-US" b="1" u="sng">
                <a:effectLst>
                  <a:outerShdw blurRad="38100" dist="38100" dir="2700000" algn="br" rotWithShape="0">
                    <a:srgbClr val="000000"/>
                  </a:outerShdw>
                </a:effectLst>
                <a:latin typeface="NikoshBAN" pitchFamily="2" charset="0"/>
                <a:ea typeface="NikoshBAN" pitchFamily="2" charset="0"/>
              </a:rPr>
              <a:t>’</a:t>
            </a:r>
          </a:p>
        </p:txBody>
      </p:sp>
      <p:sp>
        <p:nvSpPr>
          <p:cNvPr id="1048657" name="Content Placeholder 2"/>
          <p:cNvSpPr>
            <a:spLocks noGrp="1"/>
          </p:cNvSpPr>
          <p:nvPr>
            <p:ph idx="1"/>
          </p:nvPr>
        </p:nvSpPr>
        <p:spPr>
          <a:xfrm>
            <a:off x="457199" y="1701606"/>
            <a:ext cx="8229600" cy="3454789"/>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lgn="ctr">
              <a:buFontTx/>
              <a:buNone/>
            </a:pPr>
            <a:endParaRPr lang="en-US" altLang="en-US" sz="2800" dirty="0">
              <a:latin typeface="NikoshBAN" pitchFamily="2" charset="0"/>
              <a:ea typeface="NikoshBAN" pitchFamily="2" charset="0"/>
            </a:endParaRPr>
          </a:p>
          <a:p>
            <a:pPr marL="0" lvl="0" indent="0" algn="ctr">
              <a:buFontTx/>
              <a:buNone/>
            </a:pPr>
            <a:r>
              <a:rPr lang="as-IN" altLang="en-US" sz="2800" dirty="0">
                <a:latin typeface="NikoshBAN"/>
                <a:ea typeface="NikoshBAN" pitchFamily="2" charset="0"/>
              </a:rPr>
              <a:t>"বেদ পরম ব্রহ্ম প্রকটিত। "</a:t>
            </a:r>
            <a:r>
              <a:rPr lang="en-US" altLang="en-US" sz="2800" dirty="0">
                <a:latin typeface="NikoshBAN"/>
                <a:ea typeface="NikoshBAN" pitchFamily="2" charset="0"/>
              </a:rPr>
              <a:t> (</a:t>
            </a:r>
            <a:r>
              <a:rPr lang="en-US" altLang="en-US" sz="2800" dirty="0" err="1">
                <a:latin typeface="NikoshBAN"/>
                <a:ea typeface="NikoshBAN" pitchFamily="2" charset="0"/>
              </a:rPr>
              <a:t>শ্রীমদ্ভগবদগীতা</a:t>
            </a:r>
            <a:r>
              <a:rPr lang="en-US" altLang="en-US" sz="2800" dirty="0">
                <a:latin typeface="NikoshBAN"/>
                <a:ea typeface="NikoshBAN" pitchFamily="2" charset="0"/>
              </a:rPr>
              <a:t> ৩/১৫) </a:t>
            </a:r>
          </a:p>
          <a:p>
            <a:pPr marL="0" lvl="0" indent="0" algn="ctr">
              <a:buFontTx/>
              <a:buNone/>
            </a:pPr>
            <a:endParaRPr lang="en-US" altLang="en-US" sz="2800" dirty="0">
              <a:latin typeface="NikoshBAN"/>
              <a:ea typeface="NikoshBAN" pitchFamily="2" charset="0"/>
            </a:endParaRPr>
          </a:p>
          <a:p>
            <a:pPr marL="0" lvl="0" indent="0" algn="ctr">
              <a:buFontTx/>
              <a:buNone/>
            </a:pPr>
            <a:r>
              <a:rPr lang="en-US" altLang="en-US" sz="2800" dirty="0">
                <a:latin typeface="NikoshBAN"/>
                <a:ea typeface="NikoshBAN" pitchFamily="2" charset="0"/>
              </a:rPr>
              <a:t>“</a:t>
            </a:r>
            <a:r>
              <a:rPr lang="as-IN" altLang="en-US" sz="2800" dirty="0">
                <a:latin typeface="NikoshBAN"/>
                <a:ea typeface="NikoshBAN" pitchFamily="2" charset="0"/>
              </a:rPr>
              <a:t>আমিই জগতের পিতামাতা, সর্ব প্রাণীর কর্মফল প্রাণদাতা এবং পিতামহ, ঋক, সাম এবং যজুঃ (বেদসমূহ)।</a:t>
            </a:r>
            <a:r>
              <a:rPr lang="en-US" altLang="en-US" sz="2800" dirty="0">
                <a:latin typeface="NikoshBAN"/>
                <a:ea typeface="NikoshBAN" pitchFamily="2" charset="0"/>
              </a:rPr>
              <a:t>” </a:t>
            </a:r>
            <a:r>
              <a:rPr lang="as-IN" altLang="en-US" sz="2800" dirty="0">
                <a:latin typeface="NikoshBAN"/>
                <a:ea typeface="NikoshBAN" pitchFamily="2" charset="0"/>
              </a:rPr>
              <a:t>(শ্রীমদ্ভগবদগীতা ৩/১৫) </a:t>
            </a:r>
          </a:p>
          <a:p>
            <a:pPr marL="0" lvl="0" indent="0">
              <a:buFontTx/>
              <a:buNone/>
            </a:pPr>
            <a:endParaRPr lang="en-US" alt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Subtitle 1048616"/>
          <p:cNvSpPr>
            <a:spLocks noGrp="1"/>
          </p:cNvSpPr>
          <p:nvPr>
            <p:ph type="subTitle" idx="1"/>
          </p:nvPr>
        </p:nvSpPr>
        <p:spPr>
          <a:xfrm>
            <a:off x="576514" y="2181785"/>
            <a:ext cx="7990972" cy="3935956"/>
          </a:xfrm>
        </p:spPr>
        <p:txBody>
          <a:bodyPr/>
          <a:lstStyle/>
          <a:p>
            <a:r>
              <a:rPr lang="en-US" sz="2800" b="1" dirty="0" err="1"/>
              <a:t>জন্মগত</a:t>
            </a:r>
            <a:r>
              <a:rPr lang="en-US" sz="2800" b="1" dirty="0"/>
              <a:t> </a:t>
            </a:r>
            <a:r>
              <a:rPr lang="en-US" sz="2800" b="1" dirty="0" err="1"/>
              <a:t>জাতপ্রথার</a:t>
            </a:r>
            <a:r>
              <a:rPr lang="en-US" sz="2800" b="1" dirty="0"/>
              <a:t> </a:t>
            </a:r>
            <a:r>
              <a:rPr lang="en-US" sz="2800" b="1" dirty="0" err="1"/>
              <a:t>উৎসঃ</a:t>
            </a:r>
            <a:r>
              <a:rPr lang="en-US" sz="2800" b="1" dirty="0"/>
              <a:t> </a:t>
            </a:r>
            <a:r>
              <a:rPr lang="en-US" sz="2800" dirty="0" err="1"/>
              <a:t>পূরাণ</a:t>
            </a:r>
            <a:r>
              <a:rPr lang="en-US" sz="2800" dirty="0"/>
              <a:t> ও </a:t>
            </a:r>
            <a:r>
              <a:rPr lang="en-US" sz="2800" dirty="0" err="1"/>
              <a:t>স্মৃতিশাস্ত্র</a:t>
            </a:r>
            <a:r>
              <a:rPr lang="en-US" sz="2800" dirty="0"/>
              <a:t>। </a:t>
            </a:r>
          </a:p>
          <a:p>
            <a:r>
              <a:rPr lang="en-US" sz="2800" b="1" dirty="0" err="1"/>
              <a:t>প্রতিকারঃ</a:t>
            </a:r>
            <a:r>
              <a:rPr lang="en-US" sz="2800" dirty="0"/>
              <a:t> </a:t>
            </a:r>
            <a:r>
              <a:rPr lang="en-US" sz="2800" dirty="0" err="1"/>
              <a:t>শাস্ত্রবিচার</a:t>
            </a:r>
            <a:r>
              <a:rPr lang="en-US" sz="2800" dirty="0"/>
              <a:t>।</a:t>
            </a:r>
          </a:p>
          <a:p>
            <a:endParaRPr lang="en-US" sz="2800" dirty="0"/>
          </a:p>
          <a:p>
            <a:r>
              <a:rPr lang="en-US" sz="2800" dirty="0"/>
              <a:t>"</a:t>
            </a:r>
            <a:r>
              <a:rPr lang="en-US" sz="2800" dirty="0" err="1"/>
              <a:t>চাতুর্বর্ণ্যং</a:t>
            </a:r>
            <a:r>
              <a:rPr lang="en-US" sz="2800" dirty="0"/>
              <a:t> </a:t>
            </a:r>
            <a:r>
              <a:rPr lang="en-US" sz="2800" dirty="0" err="1"/>
              <a:t>ময়া</a:t>
            </a:r>
            <a:r>
              <a:rPr lang="en-US" sz="2800" dirty="0"/>
              <a:t> </a:t>
            </a:r>
            <a:r>
              <a:rPr lang="en-US" sz="2800" dirty="0" err="1"/>
              <a:t>সৃষ্টং</a:t>
            </a:r>
            <a:r>
              <a:rPr lang="en-US" sz="2800" dirty="0"/>
              <a:t> </a:t>
            </a:r>
            <a:r>
              <a:rPr lang="en-US" sz="2800" b="1" dirty="0" err="1"/>
              <a:t>গুণকর্মবিভাগশঃ</a:t>
            </a:r>
            <a:r>
              <a:rPr lang="en-US" sz="2800" b="1" dirty="0"/>
              <a:t>।"</a:t>
            </a:r>
            <a:r>
              <a:rPr lang="en-US" sz="2800" dirty="0"/>
              <a:t>  (</a:t>
            </a:r>
            <a:r>
              <a:rPr lang="en-US" sz="2800" dirty="0" err="1"/>
              <a:t>গীতা</a:t>
            </a:r>
            <a:r>
              <a:rPr lang="en-US" sz="2800" dirty="0"/>
              <a:t> ৪/১৩)</a:t>
            </a:r>
          </a:p>
          <a:p>
            <a:endParaRPr lang="en-US" sz="2800" dirty="0"/>
          </a:p>
          <a:p>
            <a:r>
              <a:rPr lang="en-US" sz="2800" b="1" dirty="0" err="1"/>
              <a:t>সরলার্থঃ</a:t>
            </a:r>
            <a:r>
              <a:rPr lang="en-US" sz="2800" dirty="0"/>
              <a:t> </a:t>
            </a:r>
            <a:r>
              <a:rPr lang="en-US" sz="2800" dirty="0" err="1"/>
              <a:t>গুণ</a:t>
            </a:r>
            <a:r>
              <a:rPr lang="en-US" sz="2800" dirty="0"/>
              <a:t> ও </a:t>
            </a:r>
            <a:r>
              <a:rPr lang="en-US" sz="2800" dirty="0" err="1"/>
              <a:t>কর্মের</a:t>
            </a:r>
            <a:r>
              <a:rPr lang="en-US" sz="2800" dirty="0"/>
              <a:t> </a:t>
            </a:r>
            <a:r>
              <a:rPr lang="en-US" sz="2800" dirty="0" err="1"/>
              <a:t>বিভাগ</a:t>
            </a:r>
            <a:r>
              <a:rPr lang="en-US" sz="2800" dirty="0"/>
              <a:t> </a:t>
            </a:r>
            <a:r>
              <a:rPr lang="en-US" sz="2800" dirty="0" err="1"/>
              <a:t>অনুসারে</a:t>
            </a:r>
            <a:r>
              <a:rPr lang="en-US" sz="2800" dirty="0"/>
              <a:t> </a:t>
            </a:r>
            <a:r>
              <a:rPr lang="en-US" sz="2800" dirty="0" err="1"/>
              <a:t>আমার</a:t>
            </a:r>
            <a:r>
              <a:rPr lang="en-US" sz="2800" dirty="0"/>
              <a:t> </a:t>
            </a:r>
            <a:r>
              <a:rPr lang="en-US" sz="2800" dirty="0" err="1"/>
              <a:t>দ্বারা</a:t>
            </a:r>
            <a:r>
              <a:rPr lang="en-US" sz="2800" dirty="0"/>
              <a:t> </a:t>
            </a:r>
            <a:r>
              <a:rPr lang="en-US" sz="2800" dirty="0" err="1"/>
              <a:t>চার</a:t>
            </a:r>
            <a:r>
              <a:rPr lang="en-US" sz="2800" dirty="0"/>
              <a:t> </a:t>
            </a:r>
            <a:r>
              <a:rPr lang="en-US" sz="2800" dirty="0" err="1"/>
              <a:t>বর্ণ</a:t>
            </a:r>
            <a:r>
              <a:rPr lang="en-US" sz="2800" dirty="0"/>
              <a:t> </a:t>
            </a:r>
            <a:r>
              <a:rPr lang="en-US" sz="2800" dirty="0" err="1"/>
              <a:t>সৃষ্ট</a:t>
            </a:r>
            <a:r>
              <a:rPr lang="en-US" sz="2800" dirty="0"/>
              <a:t> </a:t>
            </a:r>
            <a:r>
              <a:rPr lang="en-US" sz="2800" dirty="0" err="1"/>
              <a:t>হয়েছে</a:t>
            </a:r>
            <a:r>
              <a:rPr lang="en-US" sz="2800" dirty="0"/>
              <a:t>।</a:t>
            </a:r>
          </a:p>
        </p:txBody>
      </p:sp>
      <p:sp>
        <p:nvSpPr>
          <p:cNvPr id="1048618" name="Title 1"/>
          <p:cNvSpPr/>
          <p:nvPr/>
        </p:nvSpPr>
        <p:spPr>
          <a:xfrm>
            <a:off x="457200" y="266700"/>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b="1" u="sng">
                <a:effectLst>
                  <a:outerShdw blurRad="38100" dist="38100" dir="2700000" algn="br" rotWithShape="0">
                    <a:srgbClr val="000000"/>
                  </a:outerShdw>
                </a:effectLst>
                <a:latin typeface="NikoshBAN" pitchFamily="2" charset="0"/>
                <a:ea typeface="NikoshBAN" pitchFamily="2" charset="0"/>
                <a:cs typeface="Arial"/>
              </a:rPr>
              <a:t>"শাস্ত্রত্যাগঃ বেদবিরুদ্ধ জাতপাত"</a:t>
            </a:r>
            <a:endParaRPr lang="zh-CN" altLang="en-US">
              <a:effectLst>
                <a:outerShdw blurRad="38100" dist="38100" dir="2700000" algn="br" rotWithShape="0">
                  <a:srgbClr val="000000"/>
                </a:outerShdw>
              </a:effectLs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Subtitle 1048618"/>
          <p:cNvSpPr>
            <a:spLocks noGrp="1"/>
          </p:cNvSpPr>
          <p:nvPr>
            <p:ph type="subTitle" idx="1"/>
          </p:nvPr>
        </p:nvSpPr>
        <p:spPr>
          <a:xfrm>
            <a:off x="228600" y="2133600"/>
            <a:ext cx="8610600" cy="4152900"/>
          </a:xfrm>
        </p:spPr>
        <p:txBody>
          <a:bodyPr/>
          <a:lstStyle/>
          <a:p>
            <a:r>
              <a:rPr lang="en-US" dirty="0"/>
              <a:t>"</a:t>
            </a:r>
            <a:r>
              <a:rPr lang="en-US" dirty="0" err="1"/>
              <a:t>শম</a:t>
            </a:r>
            <a:r>
              <a:rPr lang="en-US" dirty="0"/>
              <a:t>, </a:t>
            </a:r>
            <a:r>
              <a:rPr lang="en-US" dirty="0" err="1"/>
              <a:t>দম</a:t>
            </a:r>
            <a:r>
              <a:rPr lang="en-US" dirty="0"/>
              <a:t>, </a:t>
            </a:r>
            <a:r>
              <a:rPr lang="en-US" dirty="0" err="1"/>
              <a:t>তপস্যা</a:t>
            </a:r>
            <a:r>
              <a:rPr lang="en-US" dirty="0"/>
              <a:t>, </a:t>
            </a:r>
            <a:r>
              <a:rPr lang="en-US" dirty="0" err="1"/>
              <a:t>শূচিতা</a:t>
            </a:r>
            <a:r>
              <a:rPr lang="en-US" dirty="0"/>
              <a:t>, </a:t>
            </a:r>
            <a:r>
              <a:rPr lang="en-US" dirty="0" err="1"/>
              <a:t>ক্ষমা</a:t>
            </a:r>
            <a:r>
              <a:rPr lang="en-US" dirty="0"/>
              <a:t>, </a:t>
            </a:r>
            <a:r>
              <a:rPr lang="en-US" dirty="0" err="1"/>
              <a:t>সরলতা</a:t>
            </a:r>
            <a:r>
              <a:rPr lang="en-US" dirty="0"/>
              <a:t>, </a:t>
            </a:r>
            <a:r>
              <a:rPr lang="en-US" dirty="0" err="1"/>
              <a:t>আস্তিক্যবুদ্ধি</a:t>
            </a:r>
            <a:r>
              <a:rPr lang="en-US" dirty="0"/>
              <a:t>, </a:t>
            </a:r>
            <a:r>
              <a:rPr lang="en-US" dirty="0" err="1"/>
              <a:t>জ্ঞান</a:t>
            </a:r>
            <a:r>
              <a:rPr lang="en-US" dirty="0"/>
              <a:t> </a:t>
            </a:r>
            <a:r>
              <a:rPr lang="en-US" dirty="0" err="1"/>
              <a:t>এবং</a:t>
            </a:r>
            <a:r>
              <a:rPr lang="en-US" dirty="0"/>
              <a:t> </a:t>
            </a:r>
            <a:r>
              <a:rPr lang="en-US" dirty="0" err="1"/>
              <a:t>বিজ্ঞানের</a:t>
            </a:r>
            <a:r>
              <a:rPr lang="en-US" dirty="0"/>
              <a:t> </a:t>
            </a:r>
            <a:r>
              <a:rPr lang="en-US" dirty="0" err="1"/>
              <a:t>অনুভব-এগুলো</a:t>
            </a:r>
            <a:r>
              <a:rPr lang="en-US" dirty="0"/>
              <a:t> </a:t>
            </a:r>
            <a:r>
              <a:rPr lang="en-US" dirty="0" err="1"/>
              <a:t>ব্রাহ্মণের</a:t>
            </a:r>
            <a:r>
              <a:rPr lang="en-US" dirty="0"/>
              <a:t> </a:t>
            </a:r>
            <a:r>
              <a:rPr lang="en-US" dirty="0" err="1"/>
              <a:t>স্বভাবজাত</a:t>
            </a:r>
            <a:r>
              <a:rPr lang="en-US" dirty="0"/>
              <a:t> </a:t>
            </a:r>
            <a:r>
              <a:rPr lang="en-US" dirty="0" err="1"/>
              <a:t>কর্ম</a:t>
            </a:r>
            <a:r>
              <a:rPr lang="en-US" dirty="0"/>
              <a:t>।"</a:t>
            </a:r>
          </a:p>
          <a:p>
            <a:endParaRPr lang="en-US" dirty="0"/>
          </a:p>
          <a:p>
            <a:r>
              <a:rPr lang="en-US" dirty="0"/>
              <a:t>"</a:t>
            </a:r>
            <a:r>
              <a:rPr lang="en-US" dirty="0" err="1"/>
              <a:t>শৌর্য</a:t>
            </a:r>
            <a:r>
              <a:rPr lang="en-US" dirty="0"/>
              <a:t>, </a:t>
            </a:r>
            <a:r>
              <a:rPr lang="en-US" dirty="0" err="1"/>
              <a:t>তেজ</a:t>
            </a:r>
            <a:r>
              <a:rPr lang="en-US" dirty="0"/>
              <a:t>, </a:t>
            </a:r>
            <a:r>
              <a:rPr lang="en-US" dirty="0" err="1"/>
              <a:t>ধৈর্য</a:t>
            </a:r>
            <a:r>
              <a:rPr lang="en-US" dirty="0"/>
              <a:t>, </a:t>
            </a:r>
            <a:r>
              <a:rPr lang="en-US" dirty="0" err="1"/>
              <a:t>দক্ষতা</a:t>
            </a:r>
            <a:r>
              <a:rPr lang="en-US" dirty="0"/>
              <a:t>, </a:t>
            </a:r>
            <a:r>
              <a:rPr lang="en-US" dirty="0" err="1"/>
              <a:t>যুদ্ধে</a:t>
            </a:r>
            <a:r>
              <a:rPr lang="en-US" dirty="0"/>
              <a:t> </a:t>
            </a:r>
            <a:r>
              <a:rPr lang="en-US" dirty="0" err="1"/>
              <a:t>বিমুখ</a:t>
            </a:r>
            <a:r>
              <a:rPr lang="en-US" dirty="0"/>
              <a:t> </a:t>
            </a:r>
            <a:r>
              <a:rPr lang="en-US" dirty="0" err="1"/>
              <a:t>না</a:t>
            </a:r>
            <a:r>
              <a:rPr lang="en-US" dirty="0"/>
              <a:t> </a:t>
            </a:r>
            <a:r>
              <a:rPr lang="en-US" dirty="0" err="1"/>
              <a:t>হওয়া</a:t>
            </a:r>
            <a:r>
              <a:rPr lang="en-US" dirty="0"/>
              <a:t>, </a:t>
            </a:r>
            <a:r>
              <a:rPr lang="en-US" dirty="0" err="1"/>
              <a:t>দান</a:t>
            </a:r>
            <a:r>
              <a:rPr lang="en-US" dirty="0"/>
              <a:t> </a:t>
            </a:r>
            <a:r>
              <a:rPr lang="en-US" dirty="0" err="1"/>
              <a:t>এবং</a:t>
            </a:r>
            <a:r>
              <a:rPr lang="en-US" dirty="0"/>
              <a:t> </a:t>
            </a:r>
            <a:r>
              <a:rPr lang="en-US" dirty="0" err="1"/>
              <a:t>ঈশ্বরভাব</a:t>
            </a:r>
            <a:r>
              <a:rPr lang="en-US" dirty="0"/>
              <a:t>(</a:t>
            </a:r>
            <a:r>
              <a:rPr lang="en-US" dirty="0" err="1"/>
              <a:t>নেতৃত্বের</a:t>
            </a:r>
            <a:r>
              <a:rPr lang="en-US" dirty="0"/>
              <a:t> </a:t>
            </a:r>
            <a:r>
              <a:rPr lang="en-US" dirty="0" err="1"/>
              <a:t>গুণাবলি</a:t>
            </a:r>
            <a:r>
              <a:rPr lang="en-US" dirty="0"/>
              <a:t>)-</a:t>
            </a:r>
            <a:r>
              <a:rPr lang="en-US" dirty="0" err="1"/>
              <a:t>এগুলো</a:t>
            </a:r>
            <a:r>
              <a:rPr lang="en-US" dirty="0"/>
              <a:t> </a:t>
            </a:r>
            <a:r>
              <a:rPr lang="en-US" dirty="0" err="1"/>
              <a:t>ক্ষত্রিয়ের</a:t>
            </a:r>
            <a:r>
              <a:rPr lang="en-US" dirty="0"/>
              <a:t> </a:t>
            </a:r>
            <a:r>
              <a:rPr lang="en-US" dirty="0" err="1"/>
              <a:t>স্বভাবজাত</a:t>
            </a:r>
            <a:r>
              <a:rPr lang="en-US" dirty="0"/>
              <a:t> </a:t>
            </a:r>
            <a:r>
              <a:rPr lang="en-US" dirty="0" err="1"/>
              <a:t>কর্ম</a:t>
            </a:r>
            <a:r>
              <a:rPr lang="en-US" dirty="0"/>
              <a:t>।"</a:t>
            </a:r>
          </a:p>
          <a:p>
            <a:endParaRPr lang="en-US" dirty="0"/>
          </a:p>
          <a:p>
            <a:r>
              <a:rPr lang="en-US" dirty="0"/>
              <a:t>"</a:t>
            </a:r>
            <a:r>
              <a:rPr lang="en-US" b="1" dirty="0" err="1"/>
              <a:t>কৃষি</a:t>
            </a:r>
            <a:r>
              <a:rPr lang="en-US" dirty="0"/>
              <a:t>, </a:t>
            </a:r>
            <a:r>
              <a:rPr lang="en-US" dirty="0" err="1"/>
              <a:t>গো-রক্ষা</a:t>
            </a:r>
            <a:r>
              <a:rPr lang="en-US" dirty="0"/>
              <a:t> ও </a:t>
            </a:r>
            <a:r>
              <a:rPr lang="en-US" b="1" dirty="0" err="1"/>
              <a:t>বাণিজ্য</a:t>
            </a:r>
            <a:r>
              <a:rPr lang="en-US" dirty="0" err="1"/>
              <a:t>-এগুলো</a:t>
            </a:r>
            <a:r>
              <a:rPr lang="en-US" dirty="0"/>
              <a:t> </a:t>
            </a:r>
            <a:r>
              <a:rPr lang="en-US" dirty="0" err="1"/>
              <a:t>বৈশ্যের</a:t>
            </a:r>
            <a:r>
              <a:rPr lang="en-US" dirty="0"/>
              <a:t> </a:t>
            </a:r>
            <a:r>
              <a:rPr lang="en-US" dirty="0" err="1"/>
              <a:t>স্বভাবজাত</a:t>
            </a:r>
            <a:r>
              <a:rPr lang="en-US" dirty="0"/>
              <a:t> </a:t>
            </a:r>
            <a:r>
              <a:rPr lang="en-US" dirty="0" err="1"/>
              <a:t>কর্ম</a:t>
            </a:r>
            <a:r>
              <a:rPr lang="en-US" dirty="0"/>
              <a:t> </a:t>
            </a:r>
            <a:r>
              <a:rPr lang="en-US" dirty="0" err="1"/>
              <a:t>এবং</a:t>
            </a:r>
            <a:r>
              <a:rPr lang="en-US" dirty="0"/>
              <a:t> </a:t>
            </a:r>
            <a:r>
              <a:rPr lang="en-US" b="1" dirty="0" err="1"/>
              <a:t>সেবারূপ</a:t>
            </a:r>
            <a:r>
              <a:rPr lang="en-US" dirty="0"/>
              <a:t> </a:t>
            </a:r>
            <a:r>
              <a:rPr lang="en-US" dirty="0" err="1"/>
              <a:t>কর্মই</a:t>
            </a:r>
            <a:r>
              <a:rPr lang="en-US" dirty="0"/>
              <a:t> </a:t>
            </a:r>
            <a:r>
              <a:rPr lang="en-US" dirty="0" err="1"/>
              <a:t>শূদ্রের</a:t>
            </a:r>
            <a:r>
              <a:rPr lang="en-US" dirty="0"/>
              <a:t> </a:t>
            </a:r>
            <a:r>
              <a:rPr lang="en-US" dirty="0" err="1"/>
              <a:t>স্বভাবজাত</a:t>
            </a:r>
            <a:r>
              <a:rPr lang="en-US" dirty="0"/>
              <a:t>।"</a:t>
            </a:r>
          </a:p>
          <a:p>
            <a:r>
              <a:rPr lang="en-US" dirty="0"/>
              <a:t>-(</a:t>
            </a:r>
            <a:r>
              <a:rPr lang="en-US" dirty="0" err="1"/>
              <a:t>শ্রীমদভগবদগীতা</a:t>
            </a:r>
            <a:r>
              <a:rPr lang="en-US" dirty="0"/>
              <a:t> ১৮/৪২-৪৪)</a:t>
            </a:r>
          </a:p>
        </p:txBody>
      </p:sp>
      <p:sp>
        <p:nvSpPr>
          <p:cNvPr id="1048620" name="Title 1"/>
          <p:cNvSpPr/>
          <p:nvPr/>
        </p:nvSpPr>
        <p:spPr>
          <a:xfrm>
            <a:off x="457200" y="266700"/>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b="1" u="sng">
                <a:effectLst>
                  <a:outerShdw blurRad="38100" dist="38100" dir="2700000" algn="br" rotWithShape="0">
                    <a:srgbClr val="000000"/>
                  </a:outerShdw>
                </a:effectLst>
                <a:latin typeface="NikoshBAN" pitchFamily="2" charset="0"/>
                <a:ea typeface="NikoshBAN" pitchFamily="2" charset="0"/>
                <a:cs typeface="Arial"/>
              </a:rPr>
              <a:t>"শাস্ত্রীয় সিদ্ধান্তঃ কর্ম ও গুণবিচার"</a:t>
            </a:r>
            <a:endParaRPr lang="zh-CN" altLang="en-US">
              <a:effectLst>
                <a:outerShdw blurRad="38100" dist="38100" dir="2700000" algn="br" rotWithShape="0">
                  <a:srgbClr val="000000"/>
                </a:outerShdw>
              </a:effectL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Title 1048622"/>
          <p:cNvSpPr>
            <a:spLocks noGrp="1"/>
          </p:cNvSpPr>
          <p:nvPr>
            <p:ph type="ctrTitle"/>
          </p:nvPr>
        </p:nvSpPr>
        <p:spPr>
          <a:xfrm>
            <a:off x="1143000" y="0"/>
            <a:ext cx="6858000" cy="1023339"/>
          </a:xfrm>
        </p:spPr>
        <p:txBody>
          <a:bodyPr/>
          <a:lstStyle/>
          <a:p>
            <a:r>
              <a:rPr lang="en-US" sz="4400" u="sng">
                <a:effectLst>
                  <a:outerShdw blurRad="38100" dist="38100" dir="2700000" algn="br" rotWithShape="0">
                    <a:srgbClr val="000000"/>
                  </a:outerShdw>
                </a:effectLst>
              </a:rPr>
              <a:t>"কর্মগুণে বর্ণ পরিবর্তন"</a:t>
            </a:r>
          </a:p>
        </p:txBody>
      </p:sp>
      <p:sp>
        <p:nvSpPr>
          <p:cNvPr id="1048624" name="Subtitle 1048623"/>
          <p:cNvSpPr>
            <a:spLocks noGrp="1"/>
          </p:cNvSpPr>
          <p:nvPr>
            <p:ph type="subTitle" idx="1"/>
          </p:nvPr>
        </p:nvSpPr>
        <p:spPr>
          <a:xfrm>
            <a:off x="177566" y="1456733"/>
            <a:ext cx="8788867" cy="4897079"/>
          </a:xfrm>
        </p:spPr>
        <p:txBody>
          <a:bodyPr/>
          <a:lstStyle/>
          <a:p>
            <a:pPr marL="457200" indent="-457200" algn="l">
              <a:buFont typeface="Wingdings" charset="2"/>
              <a:buChar char="ü"/>
            </a:pPr>
            <a:r>
              <a:rPr lang="en-US" sz="2800"/>
              <a:t>ঋষি ঐলুশ জন্মেছিলেন দাসীর ঘরে।</a:t>
            </a:r>
          </a:p>
          <a:p>
            <a:pPr marL="457200" indent="-457200" algn="l">
              <a:buFont typeface="Wingdings" charset="2"/>
              <a:buChar char="ü"/>
            </a:pPr>
            <a:r>
              <a:rPr lang="en-US" sz="2800"/>
              <a:t>ঋষি ঐতরেয়া ছিলেন দাস বা অপরাধীর পুত্র।</a:t>
            </a:r>
          </a:p>
          <a:p>
            <a:pPr marL="457200" indent="-457200" algn="l">
              <a:buFont typeface="Wingdings" charset="2"/>
              <a:buChar char="ü"/>
            </a:pPr>
            <a:r>
              <a:rPr lang="en-US" sz="2800"/>
              <a:t>সত্যকাম জাবাল ছিলেন এক পতিতার পুত্র।</a:t>
            </a:r>
          </a:p>
          <a:p>
            <a:pPr marL="457200" indent="-457200" algn="l">
              <a:buFont typeface="Wingdings" charset="2"/>
              <a:buChar char="ü"/>
            </a:pPr>
            <a:r>
              <a:rPr lang="en-US" sz="2800"/>
              <a:t>মাতঙ্গ ছিলেন চন্ডালের পুত্র কিন্তু পরে ব্রাহ্মণ হন।</a:t>
            </a:r>
          </a:p>
          <a:p>
            <a:pPr marL="457200" indent="-457200" algn="l">
              <a:buFont typeface="Wingdings" charset="2"/>
              <a:buChar char="ü"/>
            </a:pPr>
            <a:r>
              <a:rPr lang="en-US" sz="2800"/>
              <a:t>রাবণ জন্মেছিলেন ঋষি পুলৎস্যের ঘরে কিন্তু রাক্ষস হন।</a:t>
            </a:r>
          </a:p>
          <a:p>
            <a:pPr marL="457200" indent="-457200" algn="l">
              <a:buFont typeface="Wingdings" charset="2"/>
              <a:buChar char="ü"/>
            </a:pPr>
            <a:r>
              <a:rPr lang="en-US" sz="2800"/>
              <a:t>ত্রিশঙ্কু ছিলেন একজন রাজা যিনি পরে চন্ডাল হন।</a:t>
            </a:r>
          </a:p>
          <a:p>
            <a:pPr marL="457200" indent="-457200" algn="l">
              <a:buFont typeface="Wingdings" charset="2"/>
              <a:buChar char="ü"/>
            </a:pPr>
            <a:r>
              <a:rPr lang="en-US" sz="2800"/>
              <a:t>বিশ্বামিত্রের পুত্রেরা শূদ্র হন। বিশ্বামিত্র ছিলেন ক্ষত্রিয়, পরে ব্রাহ্মণ হন।</a:t>
            </a:r>
          </a:p>
          <a:p>
            <a:pPr marL="457200" indent="-457200" algn="l">
              <a:buFont typeface="Wingdings" charset="2"/>
              <a:buChar char="ü"/>
            </a:pPr>
            <a:r>
              <a:rPr lang="en-US" sz="2800"/>
              <a:t>বিদুর ছিলেন এক চাকরের পুত্র কিন্তু পরে ব্রাহ্মণ হন এবং হস্তিনাপুর রাজ্যের মন্ত্রী হন।</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5" name="TextBox 1048624"/>
          <p:cNvSpPr txBox="1"/>
          <p:nvPr/>
        </p:nvSpPr>
        <p:spPr>
          <a:xfrm rot="21600000">
            <a:off x="138707" y="1712690"/>
            <a:ext cx="8666389" cy="3970318"/>
          </a:xfrm>
          <a:prstGeom prst="rect">
            <a:avLst/>
          </a:prstGeom>
        </p:spPr>
        <p:txBody>
          <a:bodyPr wrap="square" rtlCol="0">
            <a:spAutoFit/>
          </a:bodyPr>
          <a:lstStyle/>
          <a:p>
            <a:pPr algn="ctr">
              <a:spcBef>
                <a:spcPts val="0"/>
              </a:spcBef>
              <a:spcAft>
                <a:spcPts val="0"/>
              </a:spcAft>
            </a:pPr>
            <a:r>
              <a:rPr sz="2800" b="0" i="0" dirty="0">
                <a:solidFill>
                  <a:srgbClr val="000000"/>
                </a:solidFill>
                <a:latin typeface="NikoshBAN"/>
              </a:rPr>
              <a:t>"</a:t>
            </a:r>
            <a:r>
              <a:rPr sz="2800" b="1" i="0" dirty="0" err="1">
                <a:solidFill>
                  <a:srgbClr val="000000"/>
                </a:solidFill>
                <a:latin typeface="NikoshBAN"/>
                <a:cs typeface="Vrinda"/>
              </a:rPr>
              <a:t>অজ্যেষ্ঠাসো</a:t>
            </a:r>
            <a:r>
              <a:rPr sz="2800" b="1" i="0" dirty="0">
                <a:solidFill>
                  <a:srgbClr val="000000"/>
                </a:solidFill>
                <a:latin typeface="NikoshBAN"/>
                <a:cs typeface="Vrinda"/>
              </a:rPr>
              <a:t> </a:t>
            </a:r>
            <a:r>
              <a:rPr sz="2800" b="1" i="0" dirty="0" err="1">
                <a:solidFill>
                  <a:srgbClr val="000000"/>
                </a:solidFill>
                <a:latin typeface="NikoshBAN"/>
                <a:cs typeface="Vrinda"/>
              </a:rPr>
              <a:t>অকনিষ্ঠাস</a:t>
            </a:r>
            <a:r>
              <a:rPr lang="en-US" sz="2800" b="0" i="0" dirty="0">
                <a:solidFill>
                  <a:srgbClr val="000000"/>
                </a:solidFill>
                <a:latin typeface="NikoshBAN"/>
                <a:cs typeface="Vrinda"/>
              </a:rPr>
              <a:t> </a:t>
            </a:r>
            <a:r>
              <a:rPr sz="2800" b="0" i="0" dirty="0" err="1">
                <a:solidFill>
                  <a:srgbClr val="000000"/>
                </a:solidFill>
                <a:latin typeface="NikoshBAN"/>
                <a:cs typeface="Arimo,sans-serif"/>
              </a:rPr>
              <a:t>এতে</a:t>
            </a:r>
            <a:r>
              <a:rPr sz="2800" b="0" i="0" dirty="0">
                <a:solidFill>
                  <a:srgbClr val="000000"/>
                </a:solidFill>
                <a:latin typeface="NikoshBAN"/>
                <a:cs typeface="Arimo,sans-serif"/>
              </a:rPr>
              <a:t> </a:t>
            </a:r>
            <a:r>
              <a:rPr sz="2800" b="0" i="0" dirty="0" err="1">
                <a:solidFill>
                  <a:srgbClr val="000000"/>
                </a:solidFill>
                <a:latin typeface="NikoshBAN"/>
                <a:cs typeface="Arimo,sans-serif"/>
              </a:rPr>
              <a:t>সং</a:t>
            </a:r>
            <a:r>
              <a:rPr sz="2800" b="0" i="0" dirty="0">
                <a:solidFill>
                  <a:srgbClr val="000000"/>
                </a:solidFill>
                <a:latin typeface="NikoshBAN"/>
                <a:cs typeface="Arimo,sans-serif"/>
              </a:rPr>
              <a:t> </a:t>
            </a:r>
            <a:r>
              <a:rPr sz="2800" b="0" i="0" dirty="0" err="1">
                <a:solidFill>
                  <a:srgbClr val="000000"/>
                </a:solidFill>
                <a:latin typeface="NikoshBAN"/>
                <a:cs typeface="Arimo,sans-serif"/>
              </a:rPr>
              <a:t>ভ্রাতারো</a:t>
            </a:r>
            <a:r>
              <a:rPr sz="2800" b="0" i="0" dirty="0">
                <a:solidFill>
                  <a:srgbClr val="000000"/>
                </a:solidFill>
                <a:latin typeface="NikoshBAN"/>
                <a:cs typeface="Arimo,sans-serif"/>
              </a:rPr>
              <a:t> </a:t>
            </a:r>
            <a:r>
              <a:rPr sz="2800" b="0" i="0" dirty="0" err="1">
                <a:solidFill>
                  <a:srgbClr val="000000"/>
                </a:solidFill>
                <a:latin typeface="NikoshBAN"/>
                <a:cs typeface="Arimo,sans-serif"/>
              </a:rPr>
              <a:t>তাবৃধুঃ</a:t>
            </a:r>
            <a:r>
              <a:rPr sz="2800" b="0" i="0" dirty="0">
                <a:solidFill>
                  <a:srgbClr val="000000"/>
                </a:solidFill>
                <a:latin typeface="NikoshBAN"/>
                <a:cs typeface="Arimo,sans-serif"/>
              </a:rPr>
              <a:t> </a:t>
            </a:r>
            <a:r>
              <a:rPr sz="2800" b="0" i="0" dirty="0" err="1">
                <a:solidFill>
                  <a:srgbClr val="000000"/>
                </a:solidFill>
                <a:latin typeface="NikoshBAN"/>
                <a:cs typeface="Arimo,sans-serif"/>
              </a:rPr>
              <a:t>সৌভগায়</a:t>
            </a:r>
            <a:r>
              <a:rPr sz="2800" b="0" i="0" dirty="0">
                <a:solidFill>
                  <a:srgbClr val="000000"/>
                </a:solidFill>
                <a:latin typeface="NikoshBAN"/>
                <a:cs typeface="Arimo,sans-serif"/>
              </a:rPr>
              <a:t> </a:t>
            </a:r>
            <a:endParaRPr sz="2800" b="0" i="0" dirty="0">
              <a:solidFill>
                <a:srgbClr val="000000"/>
              </a:solidFill>
              <a:latin typeface="NikoshBAN"/>
              <a:cs typeface="Vrinda"/>
            </a:endParaRPr>
          </a:p>
          <a:p>
            <a:pPr marL="457200" algn="ctr">
              <a:spcBef>
                <a:spcPts val="0"/>
              </a:spcBef>
              <a:spcAft>
                <a:spcPts val="0"/>
              </a:spcAft>
            </a:pPr>
            <a:r>
              <a:rPr sz="2800" b="0" i="0" dirty="0" err="1">
                <a:solidFill>
                  <a:srgbClr val="000000"/>
                </a:solidFill>
                <a:latin typeface="NikoshBAN"/>
                <a:cs typeface="Arimo,sans-serif"/>
              </a:rPr>
              <a:t>যুবা</a:t>
            </a:r>
            <a:r>
              <a:rPr sz="2800" b="0" i="0" dirty="0">
                <a:solidFill>
                  <a:srgbClr val="000000"/>
                </a:solidFill>
                <a:latin typeface="NikoshBAN"/>
                <a:cs typeface="Arimo,sans-serif"/>
              </a:rPr>
              <a:t> </a:t>
            </a:r>
            <a:r>
              <a:rPr sz="2800" b="0" i="0" dirty="0" err="1">
                <a:solidFill>
                  <a:srgbClr val="000000"/>
                </a:solidFill>
                <a:latin typeface="NikoshBAN"/>
                <a:cs typeface="Arimo,sans-serif"/>
              </a:rPr>
              <a:t>পিতা</a:t>
            </a:r>
            <a:r>
              <a:rPr sz="2800" b="0" i="0" dirty="0">
                <a:solidFill>
                  <a:srgbClr val="000000"/>
                </a:solidFill>
                <a:latin typeface="NikoshBAN"/>
                <a:cs typeface="Arimo,sans-serif"/>
              </a:rPr>
              <a:t> </a:t>
            </a:r>
            <a:r>
              <a:rPr sz="2800" b="0" i="0" dirty="0" err="1">
                <a:solidFill>
                  <a:srgbClr val="000000"/>
                </a:solidFill>
                <a:latin typeface="NikoshBAN"/>
                <a:cs typeface="Arimo,sans-serif"/>
              </a:rPr>
              <a:t>স্বপা</a:t>
            </a:r>
            <a:r>
              <a:rPr sz="2800" b="0" i="0" dirty="0">
                <a:solidFill>
                  <a:srgbClr val="000000"/>
                </a:solidFill>
                <a:latin typeface="NikoshBAN"/>
                <a:cs typeface="Arimo,sans-serif"/>
              </a:rPr>
              <a:t> </a:t>
            </a:r>
            <a:r>
              <a:rPr sz="2800" b="0" i="0" dirty="0" err="1">
                <a:solidFill>
                  <a:srgbClr val="000000"/>
                </a:solidFill>
                <a:latin typeface="NikoshBAN"/>
                <a:cs typeface="Arimo,sans-serif"/>
              </a:rPr>
              <a:t>রুদ্র</a:t>
            </a:r>
            <a:r>
              <a:rPr sz="2800" b="0" i="0" dirty="0">
                <a:solidFill>
                  <a:srgbClr val="000000"/>
                </a:solidFill>
                <a:latin typeface="NikoshBAN"/>
                <a:cs typeface="Arimo,sans-serif"/>
              </a:rPr>
              <a:t> </a:t>
            </a:r>
            <a:r>
              <a:rPr sz="2800" b="0" i="0" dirty="0" err="1">
                <a:solidFill>
                  <a:srgbClr val="000000"/>
                </a:solidFill>
                <a:latin typeface="NikoshBAN"/>
                <a:cs typeface="Arimo,sans-serif"/>
              </a:rPr>
              <a:t>এযাং</a:t>
            </a:r>
            <a:r>
              <a:rPr sz="2800" b="0" i="0" dirty="0">
                <a:solidFill>
                  <a:srgbClr val="000000"/>
                </a:solidFill>
                <a:latin typeface="NikoshBAN"/>
                <a:cs typeface="Arimo,sans-serif"/>
              </a:rPr>
              <a:t> </a:t>
            </a:r>
            <a:r>
              <a:rPr sz="2800" b="0" i="0" dirty="0" err="1">
                <a:solidFill>
                  <a:srgbClr val="000000"/>
                </a:solidFill>
                <a:latin typeface="NikoshBAN"/>
                <a:cs typeface="Arimo,sans-serif"/>
              </a:rPr>
              <a:t>সুদুঘা</a:t>
            </a:r>
            <a:r>
              <a:rPr sz="2800" b="0" i="0" dirty="0">
                <a:solidFill>
                  <a:srgbClr val="000000"/>
                </a:solidFill>
                <a:latin typeface="NikoshBAN"/>
                <a:cs typeface="Arimo,sans-serif"/>
              </a:rPr>
              <a:t> </a:t>
            </a:r>
            <a:r>
              <a:rPr sz="2800" b="0" i="0" dirty="0" err="1">
                <a:solidFill>
                  <a:srgbClr val="000000"/>
                </a:solidFill>
                <a:latin typeface="NikoshBAN"/>
                <a:cs typeface="Arimo,sans-serif"/>
              </a:rPr>
              <a:t>পুশ্নিঃ</a:t>
            </a:r>
            <a:r>
              <a:rPr sz="2800" b="0" i="0" dirty="0">
                <a:solidFill>
                  <a:srgbClr val="000000"/>
                </a:solidFill>
                <a:latin typeface="NikoshBAN"/>
                <a:cs typeface="Arimo,sans-serif"/>
              </a:rPr>
              <a:t> </a:t>
            </a:r>
            <a:r>
              <a:rPr sz="2800" b="0" i="0" dirty="0" err="1">
                <a:solidFill>
                  <a:srgbClr val="000000"/>
                </a:solidFill>
                <a:latin typeface="NikoshBAN"/>
                <a:cs typeface="Arimo,sans-serif"/>
              </a:rPr>
              <a:t>সুদিনা</a:t>
            </a:r>
            <a:r>
              <a:rPr sz="2800" b="0" i="0" dirty="0">
                <a:solidFill>
                  <a:srgbClr val="000000"/>
                </a:solidFill>
                <a:latin typeface="NikoshBAN"/>
                <a:cs typeface="Arimo,sans-serif"/>
              </a:rPr>
              <a:t> </a:t>
            </a:r>
            <a:r>
              <a:rPr sz="2800" b="0" i="0" dirty="0" err="1">
                <a:solidFill>
                  <a:srgbClr val="000000"/>
                </a:solidFill>
                <a:latin typeface="NikoshBAN"/>
                <a:cs typeface="Arimo,sans-serif"/>
              </a:rPr>
              <a:t>মরুদ্ভঃ</a:t>
            </a:r>
            <a:r>
              <a:rPr sz="2800" b="0" i="0" dirty="0">
                <a:solidFill>
                  <a:srgbClr val="000000"/>
                </a:solidFill>
                <a:latin typeface="NikoshBAN"/>
                <a:cs typeface="Arimo,sans-serif"/>
              </a:rPr>
              <a:t>॥"</a:t>
            </a:r>
          </a:p>
          <a:p>
            <a:pPr marL="457200" algn="ctr">
              <a:spcBef>
                <a:spcPts val="0"/>
              </a:spcBef>
              <a:spcAft>
                <a:spcPts val="0"/>
              </a:spcAft>
            </a:pPr>
            <a:r>
              <a:rPr sz="2800" b="0" i="0" dirty="0">
                <a:solidFill>
                  <a:srgbClr val="000000"/>
                </a:solidFill>
                <a:latin typeface="NikoshBAN"/>
                <a:cs typeface="Arimo,sans-serif"/>
              </a:rPr>
              <a:t>(</a:t>
            </a:r>
            <a:r>
              <a:rPr sz="2800" b="0" i="0" dirty="0" err="1">
                <a:solidFill>
                  <a:srgbClr val="000000"/>
                </a:solidFill>
                <a:latin typeface="NikoshBAN"/>
                <a:cs typeface="Arimo,sans-serif"/>
              </a:rPr>
              <a:t>ঋগবেদ</a:t>
            </a:r>
            <a:r>
              <a:rPr sz="2800" b="0" i="0" dirty="0">
                <a:solidFill>
                  <a:srgbClr val="000000"/>
                </a:solidFill>
                <a:latin typeface="NikoshBAN"/>
                <a:cs typeface="Arimo,sans-serif"/>
              </a:rPr>
              <a:t> ৫.৬০.৫)</a:t>
            </a:r>
          </a:p>
          <a:p>
            <a:pPr marL="457200" algn="ctr">
              <a:spcBef>
                <a:spcPts val="0"/>
              </a:spcBef>
              <a:spcAft>
                <a:spcPts val="0"/>
              </a:spcAft>
            </a:pPr>
            <a:endParaRPr sz="2800" b="0" i="0" dirty="0">
              <a:solidFill>
                <a:srgbClr val="000000"/>
              </a:solidFill>
              <a:latin typeface="NikoshBAN"/>
              <a:cs typeface="Arimo,sans-serif"/>
            </a:endParaRPr>
          </a:p>
          <a:p>
            <a:pPr algn="ctr">
              <a:spcBef>
                <a:spcPts val="0"/>
              </a:spcBef>
              <a:spcAft>
                <a:spcPts val="0"/>
              </a:spcAft>
            </a:pPr>
            <a:r>
              <a:rPr sz="2800" b="0" i="0" dirty="0" err="1">
                <a:solidFill>
                  <a:srgbClr val="000000"/>
                </a:solidFill>
                <a:latin typeface="NikoshBAN"/>
                <a:cs typeface="Arimo,sans-serif"/>
              </a:rPr>
              <a:t>বঙ্গানুবাদ</a:t>
            </a:r>
            <a:r>
              <a:rPr sz="2800" b="0" i="0" dirty="0">
                <a:solidFill>
                  <a:srgbClr val="000000"/>
                </a:solidFill>
                <a:latin typeface="NikoshBAN"/>
                <a:cs typeface="Arimo,sans-serif"/>
              </a:rPr>
              <a:t> : </a:t>
            </a:r>
            <a:r>
              <a:rPr sz="2800" b="0" i="0" dirty="0" err="1">
                <a:solidFill>
                  <a:srgbClr val="000000"/>
                </a:solidFill>
                <a:latin typeface="NikoshBAN"/>
                <a:cs typeface="Arimo,sans-serif"/>
              </a:rPr>
              <a:t>মানব</a:t>
            </a:r>
            <a:r>
              <a:rPr sz="2800" b="0" i="0" dirty="0">
                <a:solidFill>
                  <a:srgbClr val="000000"/>
                </a:solidFill>
                <a:latin typeface="NikoshBAN"/>
                <a:cs typeface="Arimo,sans-serif"/>
              </a:rPr>
              <a:t> </a:t>
            </a:r>
            <a:r>
              <a:rPr sz="2800" b="0" i="0" dirty="0" err="1">
                <a:solidFill>
                  <a:srgbClr val="000000"/>
                </a:solidFill>
                <a:latin typeface="NikoshBAN"/>
                <a:cs typeface="Arimo,sans-serif"/>
              </a:rPr>
              <a:t>মাঝে</a:t>
            </a:r>
            <a:r>
              <a:rPr sz="2800" b="0" i="0" dirty="0">
                <a:solidFill>
                  <a:srgbClr val="000000"/>
                </a:solidFill>
                <a:latin typeface="NikoshBAN"/>
                <a:cs typeface="Arimo,sans-serif"/>
              </a:rPr>
              <a:t> </a:t>
            </a:r>
            <a:r>
              <a:rPr sz="2800" b="1" i="0" dirty="0" err="1">
                <a:solidFill>
                  <a:srgbClr val="000000"/>
                </a:solidFill>
                <a:latin typeface="NikoshBAN"/>
                <a:cs typeface="Arimo,sans-serif"/>
              </a:rPr>
              <a:t>কেহ</a:t>
            </a:r>
            <a:r>
              <a:rPr sz="2800" b="1" i="0" dirty="0">
                <a:solidFill>
                  <a:srgbClr val="000000"/>
                </a:solidFill>
                <a:latin typeface="NikoshBAN"/>
                <a:cs typeface="Arimo,sans-serif"/>
              </a:rPr>
              <a:t> </a:t>
            </a:r>
            <a:r>
              <a:rPr sz="2800" b="1" i="0" dirty="0" err="1">
                <a:solidFill>
                  <a:srgbClr val="000000"/>
                </a:solidFill>
                <a:latin typeface="NikoshBAN"/>
                <a:cs typeface="Arimo,sans-serif"/>
              </a:rPr>
              <a:t>বড়</a:t>
            </a:r>
            <a:r>
              <a:rPr sz="2800" b="1" i="0" dirty="0">
                <a:solidFill>
                  <a:srgbClr val="000000"/>
                </a:solidFill>
                <a:latin typeface="NikoshBAN"/>
                <a:cs typeface="Arimo,sans-serif"/>
              </a:rPr>
              <a:t> </a:t>
            </a:r>
            <a:r>
              <a:rPr sz="2800" b="1" i="0" dirty="0" err="1">
                <a:solidFill>
                  <a:srgbClr val="000000"/>
                </a:solidFill>
                <a:latin typeface="NikoshBAN"/>
                <a:cs typeface="Arimo,sans-serif"/>
              </a:rPr>
              <a:t>নয়</a:t>
            </a:r>
            <a:r>
              <a:rPr sz="2800" b="1" i="0" dirty="0">
                <a:solidFill>
                  <a:srgbClr val="000000"/>
                </a:solidFill>
                <a:latin typeface="NikoshBAN"/>
                <a:cs typeface="Arimo,sans-serif"/>
              </a:rPr>
              <a:t>, </a:t>
            </a:r>
            <a:r>
              <a:rPr sz="2800" b="1" i="0" dirty="0" err="1">
                <a:solidFill>
                  <a:srgbClr val="000000"/>
                </a:solidFill>
                <a:latin typeface="NikoshBAN"/>
                <a:cs typeface="Arimo,sans-serif"/>
              </a:rPr>
              <a:t>কেহ</a:t>
            </a:r>
            <a:r>
              <a:rPr sz="2800" b="1" i="0" dirty="0">
                <a:solidFill>
                  <a:srgbClr val="000000"/>
                </a:solidFill>
                <a:latin typeface="NikoshBAN"/>
                <a:cs typeface="Arimo,sans-serif"/>
              </a:rPr>
              <a:t> </a:t>
            </a:r>
            <a:r>
              <a:rPr sz="2800" b="1" i="0" dirty="0" err="1">
                <a:solidFill>
                  <a:srgbClr val="000000"/>
                </a:solidFill>
                <a:latin typeface="NikoshBAN"/>
                <a:cs typeface="Arimo,sans-serif"/>
              </a:rPr>
              <a:t>ছোট</a:t>
            </a:r>
            <a:r>
              <a:rPr sz="2800" b="1" i="0" dirty="0">
                <a:solidFill>
                  <a:srgbClr val="000000"/>
                </a:solidFill>
                <a:latin typeface="NikoshBAN"/>
                <a:cs typeface="Arimo,sans-serif"/>
              </a:rPr>
              <a:t> </a:t>
            </a:r>
            <a:r>
              <a:rPr sz="2800" b="1" i="0" dirty="0" err="1">
                <a:solidFill>
                  <a:srgbClr val="000000"/>
                </a:solidFill>
                <a:latin typeface="NikoshBAN"/>
                <a:cs typeface="Arimo,sans-serif"/>
              </a:rPr>
              <a:t>নয়</a:t>
            </a:r>
            <a:r>
              <a:rPr sz="2800" b="0" i="0" dirty="0">
                <a:solidFill>
                  <a:srgbClr val="000000"/>
                </a:solidFill>
                <a:latin typeface="NikoshBAN"/>
                <a:cs typeface="Arimo,sans-serif"/>
              </a:rPr>
              <a:t>। </a:t>
            </a:r>
            <a:r>
              <a:rPr sz="2800" b="0" i="0" dirty="0" err="1">
                <a:solidFill>
                  <a:srgbClr val="000000"/>
                </a:solidFill>
                <a:latin typeface="NikoshBAN"/>
                <a:cs typeface="Arimo,sans-serif"/>
              </a:rPr>
              <a:t>ইহারা</a:t>
            </a:r>
            <a:r>
              <a:rPr sz="2800" b="0" i="0" dirty="0">
                <a:solidFill>
                  <a:srgbClr val="000000"/>
                </a:solidFill>
                <a:latin typeface="NikoshBAN"/>
                <a:cs typeface="Arimo,sans-serif"/>
              </a:rPr>
              <a:t> </a:t>
            </a:r>
            <a:r>
              <a:rPr sz="2800" b="0" i="0" dirty="0" err="1">
                <a:solidFill>
                  <a:srgbClr val="000000"/>
                </a:solidFill>
                <a:latin typeface="NikoshBAN"/>
                <a:cs typeface="Arimo,sans-serif"/>
              </a:rPr>
              <a:t>ভাই</a:t>
            </a:r>
            <a:r>
              <a:rPr sz="2800" b="0" i="0" dirty="0">
                <a:solidFill>
                  <a:srgbClr val="000000"/>
                </a:solidFill>
                <a:latin typeface="NikoshBAN"/>
                <a:cs typeface="Arimo,sans-serif"/>
              </a:rPr>
              <a:t> </a:t>
            </a:r>
            <a:r>
              <a:rPr sz="2800" b="0" i="0" dirty="0" err="1">
                <a:solidFill>
                  <a:srgbClr val="000000"/>
                </a:solidFill>
                <a:latin typeface="NikoshBAN"/>
                <a:cs typeface="Arimo,sans-serif"/>
              </a:rPr>
              <a:t>ভাই</a:t>
            </a:r>
            <a:r>
              <a:rPr sz="2800" b="0" i="0" dirty="0">
                <a:solidFill>
                  <a:srgbClr val="000000"/>
                </a:solidFill>
                <a:latin typeface="NikoshBAN"/>
                <a:cs typeface="Arimo,sans-serif"/>
              </a:rPr>
              <a:t>। </a:t>
            </a:r>
            <a:r>
              <a:rPr sz="2800" b="1" i="0" dirty="0" err="1">
                <a:solidFill>
                  <a:srgbClr val="000000"/>
                </a:solidFill>
                <a:latin typeface="NikoshBAN"/>
                <a:cs typeface="Arimo,sans-serif"/>
              </a:rPr>
              <a:t>প্রচেষ্টা</a:t>
            </a:r>
            <a:r>
              <a:rPr sz="2800" b="1" i="0" dirty="0">
                <a:solidFill>
                  <a:srgbClr val="000000"/>
                </a:solidFill>
                <a:latin typeface="NikoshBAN"/>
                <a:cs typeface="Arimo,sans-serif"/>
              </a:rPr>
              <a:t> ও </a:t>
            </a:r>
            <a:r>
              <a:rPr sz="2800" b="1" i="0" dirty="0" err="1">
                <a:solidFill>
                  <a:srgbClr val="000000"/>
                </a:solidFill>
                <a:latin typeface="NikoshBAN"/>
                <a:cs typeface="Arimo,sans-serif"/>
              </a:rPr>
              <a:t>যোগ্যতা</a:t>
            </a:r>
            <a:r>
              <a:rPr sz="2800" b="1" i="0" dirty="0">
                <a:solidFill>
                  <a:srgbClr val="000000"/>
                </a:solidFill>
                <a:latin typeface="NikoshBAN"/>
                <a:cs typeface="Arimo,sans-serif"/>
              </a:rPr>
              <a:t> </a:t>
            </a:r>
            <a:r>
              <a:rPr sz="2800" b="1" i="0" dirty="0" err="1">
                <a:solidFill>
                  <a:srgbClr val="000000"/>
                </a:solidFill>
                <a:latin typeface="NikoshBAN"/>
                <a:cs typeface="Arimo,sans-serif"/>
              </a:rPr>
              <a:t>গুণে</a:t>
            </a:r>
            <a:r>
              <a:rPr sz="2800" b="1" i="0" dirty="0">
                <a:solidFill>
                  <a:srgbClr val="000000"/>
                </a:solidFill>
                <a:latin typeface="NikoshBAN"/>
                <a:cs typeface="Arimo,sans-serif"/>
              </a:rPr>
              <a:t> </a:t>
            </a:r>
            <a:r>
              <a:rPr sz="2800" b="0" i="0" dirty="0" err="1">
                <a:solidFill>
                  <a:srgbClr val="000000"/>
                </a:solidFill>
                <a:latin typeface="NikoshBAN"/>
                <a:cs typeface="Arimo,sans-serif"/>
              </a:rPr>
              <a:t>তারা</a:t>
            </a:r>
            <a:r>
              <a:rPr sz="2800" b="0" i="0" dirty="0">
                <a:solidFill>
                  <a:srgbClr val="000000"/>
                </a:solidFill>
                <a:latin typeface="NikoshBAN"/>
                <a:cs typeface="Arimo,sans-serif"/>
              </a:rPr>
              <a:t> </a:t>
            </a:r>
            <a:r>
              <a:rPr sz="2800" b="0" i="0" dirty="0" err="1">
                <a:solidFill>
                  <a:srgbClr val="000000"/>
                </a:solidFill>
                <a:latin typeface="NikoshBAN"/>
                <a:cs typeface="Arimo,sans-serif"/>
              </a:rPr>
              <a:t>সৌভাগ্য</a:t>
            </a:r>
            <a:r>
              <a:rPr sz="2800" b="0" i="0" dirty="0">
                <a:solidFill>
                  <a:srgbClr val="000000"/>
                </a:solidFill>
                <a:latin typeface="NikoshBAN"/>
                <a:cs typeface="Arimo,sans-serif"/>
              </a:rPr>
              <a:t> </a:t>
            </a:r>
            <a:r>
              <a:rPr sz="2800" b="0" i="0" dirty="0" err="1">
                <a:solidFill>
                  <a:srgbClr val="000000"/>
                </a:solidFill>
                <a:latin typeface="NikoshBAN"/>
                <a:cs typeface="Arimo,sans-serif"/>
              </a:rPr>
              <a:t>লাভ</a:t>
            </a:r>
            <a:r>
              <a:rPr sz="2800" b="0" i="0" dirty="0">
                <a:solidFill>
                  <a:srgbClr val="000000"/>
                </a:solidFill>
                <a:latin typeface="NikoshBAN"/>
                <a:cs typeface="Arimo,sans-serif"/>
              </a:rPr>
              <a:t> </a:t>
            </a:r>
            <a:r>
              <a:rPr sz="2800" b="0" i="0" dirty="0" err="1">
                <a:solidFill>
                  <a:srgbClr val="000000"/>
                </a:solidFill>
                <a:latin typeface="NikoshBAN"/>
                <a:cs typeface="Arimo,sans-serif"/>
              </a:rPr>
              <a:t>করে</a:t>
            </a:r>
            <a:r>
              <a:rPr sz="2800" b="0" i="0" dirty="0">
                <a:solidFill>
                  <a:srgbClr val="000000"/>
                </a:solidFill>
                <a:latin typeface="NikoshBAN"/>
                <a:cs typeface="Arimo,sans-serif"/>
              </a:rPr>
              <a:t> ।</a:t>
            </a:r>
            <a:r>
              <a:rPr lang="en-US" sz="2800" b="0" i="0" dirty="0">
                <a:solidFill>
                  <a:srgbClr val="000000"/>
                </a:solidFill>
                <a:latin typeface="NikoshBAN"/>
                <a:cs typeface="Arimo,sans-serif"/>
              </a:rPr>
              <a:t> </a:t>
            </a:r>
            <a:r>
              <a:rPr sz="2800" b="0" i="0" dirty="0" err="1">
                <a:solidFill>
                  <a:srgbClr val="000000"/>
                </a:solidFill>
                <a:latin typeface="NikoshBAN"/>
                <a:cs typeface="Arimo,sans-serif"/>
              </a:rPr>
              <a:t>ইহাদের</a:t>
            </a:r>
            <a:r>
              <a:rPr sz="2800" b="0" i="0" dirty="0">
                <a:solidFill>
                  <a:srgbClr val="000000"/>
                </a:solidFill>
                <a:latin typeface="NikoshBAN"/>
                <a:cs typeface="Arimo,sans-serif"/>
              </a:rPr>
              <a:t> </a:t>
            </a:r>
            <a:r>
              <a:rPr sz="2800" b="0" i="0" dirty="0" err="1">
                <a:solidFill>
                  <a:srgbClr val="000000"/>
                </a:solidFill>
                <a:latin typeface="NikoshBAN"/>
                <a:cs typeface="Arimo,sans-serif"/>
              </a:rPr>
              <a:t>পিতা</a:t>
            </a:r>
            <a:r>
              <a:rPr sz="2800" b="0" i="0" dirty="0">
                <a:solidFill>
                  <a:srgbClr val="000000"/>
                </a:solidFill>
                <a:latin typeface="NikoshBAN"/>
                <a:cs typeface="Arimo,sans-serif"/>
              </a:rPr>
              <a:t> </a:t>
            </a:r>
            <a:r>
              <a:rPr sz="2800" b="0" i="0" dirty="0" err="1">
                <a:solidFill>
                  <a:srgbClr val="000000"/>
                </a:solidFill>
                <a:latin typeface="NikoshBAN"/>
                <a:cs typeface="Arimo,sans-serif"/>
              </a:rPr>
              <a:t>তরুন</a:t>
            </a:r>
            <a:r>
              <a:rPr sz="2800" b="0" i="0" dirty="0">
                <a:solidFill>
                  <a:srgbClr val="000000"/>
                </a:solidFill>
                <a:latin typeface="NikoshBAN"/>
                <a:cs typeface="Arimo,sans-serif"/>
              </a:rPr>
              <a:t> </a:t>
            </a:r>
            <a:r>
              <a:rPr sz="2800" b="0" i="0" dirty="0" err="1">
                <a:solidFill>
                  <a:srgbClr val="000000"/>
                </a:solidFill>
                <a:latin typeface="NikoshBAN"/>
                <a:cs typeface="Arimo,sans-serif"/>
              </a:rPr>
              <a:t>শুভকর্ম</a:t>
            </a:r>
            <a:r>
              <a:rPr sz="2800" b="0" i="0" dirty="0">
                <a:solidFill>
                  <a:srgbClr val="000000"/>
                </a:solidFill>
                <a:latin typeface="NikoshBAN"/>
                <a:cs typeface="Arimo,sans-serif"/>
              </a:rPr>
              <a:t> </a:t>
            </a:r>
            <a:r>
              <a:rPr sz="2800" b="0" i="0" dirty="0" err="1">
                <a:solidFill>
                  <a:srgbClr val="000000"/>
                </a:solidFill>
                <a:latin typeface="NikoshBAN"/>
                <a:cs typeface="Arimo,sans-serif"/>
              </a:rPr>
              <a:t>ঈশ্বর</a:t>
            </a:r>
            <a:r>
              <a:rPr sz="2800" b="0" i="0" dirty="0">
                <a:solidFill>
                  <a:srgbClr val="000000"/>
                </a:solidFill>
                <a:latin typeface="NikoshBAN"/>
                <a:cs typeface="Arimo,sans-serif"/>
              </a:rPr>
              <a:t> </a:t>
            </a:r>
            <a:r>
              <a:rPr sz="2800" b="0" i="0" dirty="0" err="1">
                <a:solidFill>
                  <a:srgbClr val="000000"/>
                </a:solidFill>
                <a:latin typeface="NikoshBAN"/>
                <a:cs typeface="Arimo,sans-serif"/>
              </a:rPr>
              <a:t>এবং</a:t>
            </a:r>
            <a:r>
              <a:rPr sz="2800" b="0" i="0" dirty="0">
                <a:solidFill>
                  <a:srgbClr val="000000"/>
                </a:solidFill>
                <a:latin typeface="NikoshBAN"/>
                <a:cs typeface="Arimo,sans-serif"/>
              </a:rPr>
              <a:t> </a:t>
            </a:r>
            <a:r>
              <a:rPr sz="2800" b="0" i="0" dirty="0" err="1">
                <a:solidFill>
                  <a:srgbClr val="000000"/>
                </a:solidFill>
                <a:latin typeface="NikoshBAN"/>
                <a:cs typeface="Arimo,sans-serif"/>
              </a:rPr>
              <a:t>জননীরুপ</a:t>
            </a:r>
            <a:r>
              <a:rPr sz="2800" b="0" i="0" dirty="0">
                <a:solidFill>
                  <a:srgbClr val="000000"/>
                </a:solidFill>
                <a:latin typeface="NikoshBAN"/>
                <a:cs typeface="Arimo,sans-serif"/>
              </a:rPr>
              <a:t> </a:t>
            </a:r>
            <a:r>
              <a:rPr sz="2800" b="0" i="0" dirty="0" err="1">
                <a:solidFill>
                  <a:srgbClr val="000000"/>
                </a:solidFill>
                <a:latin typeface="NikoshBAN"/>
                <a:cs typeface="Arimo,sans-serif"/>
              </a:rPr>
              <a:t>প্রকৃতি</a:t>
            </a:r>
            <a:r>
              <a:rPr sz="2800" b="0" i="0" dirty="0">
                <a:solidFill>
                  <a:srgbClr val="000000"/>
                </a:solidFill>
                <a:latin typeface="NikoshBAN"/>
                <a:cs typeface="Arimo,sans-serif"/>
              </a:rPr>
              <a:t>।</a:t>
            </a:r>
            <a:r>
              <a:rPr lang="en-US" sz="2800" b="0" i="0" dirty="0">
                <a:solidFill>
                  <a:srgbClr val="000000"/>
                </a:solidFill>
                <a:latin typeface="NikoshBAN"/>
                <a:cs typeface="Arimo,sans-serif"/>
              </a:rPr>
              <a:t> </a:t>
            </a:r>
            <a:r>
              <a:rPr sz="2800" b="0" i="0" dirty="0" err="1">
                <a:solidFill>
                  <a:srgbClr val="000000"/>
                </a:solidFill>
                <a:latin typeface="NikoshBAN"/>
                <a:cs typeface="Arimo,sans-serif"/>
              </a:rPr>
              <a:t>পুরুষার্থী</a:t>
            </a:r>
            <a:r>
              <a:rPr sz="2800" b="0" i="0" dirty="0">
                <a:solidFill>
                  <a:srgbClr val="000000"/>
                </a:solidFill>
                <a:latin typeface="NikoshBAN"/>
                <a:cs typeface="Arimo,sans-serif"/>
              </a:rPr>
              <a:t> </a:t>
            </a:r>
            <a:r>
              <a:rPr sz="2800" b="0" i="0" dirty="0" err="1">
                <a:solidFill>
                  <a:srgbClr val="000000"/>
                </a:solidFill>
                <a:latin typeface="NikoshBAN"/>
                <a:cs typeface="Arimo,sans-serif"/>
              </a:rPr>
              <a:t>সন্তানই</a:t>
            </a:r>
            <a:r>
              <a:rPr sz="2800" b="0" i="0" dirty="0">
                <a:solidFill>
                  <a:srgbClr val="000000"/>
                </a:solidFill>
                <a:latin typeface="NikoshBAN"/>
                <a:cs typeface="Arimo,sans-serif"/>
              </a:rPr>
              <a:t> </a:t>
            </a:r>
            <a:r>
              <a:rPr sz="2800" b="0" i="0" dirty="0" err="1">
                <a:solidFill>
                  <a:srgbClr val="000000"/>
                </a:solidFill>
                <a:latin typeface="NikoshBAN"/>
                <a:cs typeface="Arimo,sans-serif"/>
              </a:rPr>
              <a:t>সৌভাগ্য</a:t>
            </a:r>
            <a:r>
              <a:rPr sz="2800" b="0" i="0" dirty="0">
                <a:solidFill>
                  <a:srgbClr val="000000"/>
                </a:solidFill>
                <a:latin typeface="NikoshBAN"/>
                <a:cs typeface="Arimo,sans-serif"/>
              </a:rPr>
              <a:t> </a:t>
            </a:r>
            <a:r>
              <a:rPr sz="2800" b="0" i="0" dirty="0" err="1">
                <a:solidFill>
                  <a:srgbClr val="000000"/>
                </a:solidFill>
                <a:latin typeface="NikoshBAN"/>
                <a:cs typeface="Arimo,sans-serif"/>
              </a:rPr>
              <a:t>প্রাপ্ত</a:t>
            </a:r>
            <a:r>
              <a:rPr sz="2800" b="0" i="0" dirty="0">
                <a:solidFill>
                  <a:srgbClr val="000000"/>
                </a:solidFill>
                <a:latin typeface="NikoshBAN"/>
                <a:cs typeface="Arimo,sans-serif"/>
              </a:rPr>
              <a:t> </a:t>
            </a:r>
            <a:r>
              <a:rPr sz="2800" b="0" i="0" dirty="0" err="1">
                <a:solidFill>
                  <a:srgbClr val="000000"/>
                </a:solidFill>
                <a:latin typeface="NikoshBAN"/>
                <a:cs typeface="Arimo,sans-serif"/>
              </a:rPr>
              <a:t>হন</a:t>
            </a:r>
            <a:r>
              <a:rPr sz="2800" b="0" i="0" dirty="0">
                <a:solidFill>
                  <a:srgbClr val="000000"/>
                </a:solidFill>
                <a:latin typeface="NikoshBAN"/>
                <a:cs typeface="Arimo,sans-serif"/>
              </a:rPr>
              <a:t>।</a:t>
            </a:r>
          </a:p>
        </p:txBody>
      </p:sp>
      <p:sp>
        <p:nvSpPr>
          <p:cNvPr id="1048626" name="Title 1"/>
          <p:cNvSpPr/>
          <p:nvPr/>
        </p:nvSpPr>
        <p:spPr>
          <a:xfrm>
            <a:off x="457200" y="266700"/>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b="1" u="sng">
                <a:effectLst>
                  <a:outerShdw blurRad="38100" dist="38100" dir="2700000" algn="br" rotWithShape="0">
                    <a:srgbClr val="000000"/>
                  </a:outerShdw>
                </a:effectLst>
                <a:latin typeface="NikoshBAN" pitchFamily="2" charset="0"/>
                <a:ea typeface="NikoshBAN" pitchFamily="2" charset="0"/>
                <a:cs typeface="Arial"/>
              </a:rPr>
              <a:t>"শাস্ত্রত্যাগঃ সামাজিক বৈষম্য"</a:t>
            </a:r>
            <a:endParaRPr lang="zh-CN" altLang="en-US">
              <a:effectLst>
                <a:outerShdw blurRad="38100" dist="38100" dir="2700000" algn="br" rotWithShape="0">
                  <a:srgbClr val="000000"/>
                </a:outerShdw>
              </a:effectL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TextBox 1048626"/>
          <p:cNvSpPr txBox="1"/>
          <p:nvPr/>
        </p:nvSpPr>
        <p:spPr>
          <a:xfrm>
            <a:off x="168311" y="1730694"/>
            <a:ext cx="8807379" cy="4401205"/>
          </a:xfrm>
          <a:prstGeom prst="rect">
            <a:avLst/>
          </a:prstGeom>
        </p:spPr>
        <p:txBody>
          <a:bodyPr wrap="square" rtlCol="0">
            <a:spAutoFit/>
          </a:bodyPr>
          <a:lstStyle/>
          <a:p>
            <a:pPr algn="ctr"/>
            <a:r>
              <a:rPr lang="en-US" sz="2800" b="0" i="0" dirty="0">
                <a:solidFill>
                  <a:srgbClr val="000000"/>
                </a:solidFill>
                <a:latin typeface="NikoshBAN"/>
                <a:cs typeface="Arimo,sans-serif"/>
              </a:rPr>
              <a:t>"</a:t>
            </a:r>
            <a:r>
              <a:rPr lang="en-US" sz="2800" b="0" i="0" dirty="0" err="1">
                <a:solidFill>
                  <a:srgbClr val="000000"/>
                </a:solidFill>
                <a:latin typeface="NikoshBAN"/>
                <a:cs typeface="Arimo,sans-serif"/>
              </a:rPr>
              <a:t>হে</a:t>
            </a:r>
            <a:r>
              <a:rPr lang="en-US" sz="2800" b="0" i="0" dirty="0">
                <a:solidFill>
                  <a:srgbClr val="000000"/>
                </a:solidFill>
                <a:latin typeface="NikoshBAN"/>
                <a:cs typeface="Arimo,sans-serif"/>
              </a:rPr>
              <a:t> </a:t>
            </a:r>
            <a:r>
              <a:rPr lang="en-US" sz="2800" b="0" i="0" dirty="0" err="1">
                <a:solidFill>
                  <a:srgbClr val="000000"/>
                </a:solidFill>
                <a:latin typeface="NikoshBAN"/>
                <a:cs typeface="Arimo,sans-serif"/>
              </a:rPr>
              <a:t>মনুষ্য</a:t>
            </a:r>
            <a:r>
              <a:rPr lang="en-US" sz="2800" b="0" i="0" dirty="0">
                <a:solidFill>
                  <a:srgbClr val="000000"/>
                </a:solidFill>
                <a:latin typeface="NikoshBAN"/>
                <a:cs typeface="Arimo,sans-serif"/>
              </a:rPr>
              <a:t>!  </a:t>
            </a:r>
            <a:r>
              <a:rPr lang="en-US" sz="2800" b="0" i="0" dirty="0" err="1">
                <a:solidFill>
                  <a:srgbClr val="000000"/>
                </a:solidFill>
                <a:latin typeface="NikoshBAN"/>
                <a:cs typeface="Arimo,sans-serif"/>
              </a:rPr>
              <a:t>তোমরা</a:t>
            </a:r>
            <a:r>
              <a:rPr lang="en-US" sz="2800" b="0" i="0" dirty="0">
                <a:solidFill>
                  <a:srgbClr val="000000"/>
                </a:solidFill>
                <a:latin typeface="NikoshBAN"/>
                <a:cs typeface="Arimo,sans-serif"/>
              </a:rPr>
              <a:t> </a:t>
            </a:r>
            <a:r>
              <a:rPr lang="en-US" sz="2800" b="1" i="0" dirty="0" err="1">
                <a:solidFill>
                  <a:srgbClr val="000000"/>
                </a:solidFill>
                <a:latin typeface="NikoshBAN"/>
                <a:cs typeface="Arimo,sans-serif"/>
              </a:rPr>
              <a:t>একসঙ্গে</a:t>
            </a:r>
            <a:r>
              <a:rPr lang="en-US" sz="2800" b="1" i="0" dirty="0">
                <a:solidFill>
                  <a:srgbClr val="000000"/>
                </a:solidFill>
                <a:latin typeface="NikoshBAN"/>
                <a:cs typeface="Arimo,sans-serif"/>
              </a:rPr>
              <a:t> </a:t>
            </a:r>
            <a:r>
              <a:rPr lang="en-US" sz="2800" b="1" i="0" dirty="0" err="1">
                <a:solidFill>
                  <a:srgbClr val="000000"/>
                </a:solidFill>
                <a:latin typeface="NikoshBAN"/>
                <a:cs typeface="Arimo,sans-serif"/>
              </a:rPr>
              <a:t>চল</a:t>
            </a:r>
            <a:r>
              <a:rPr lang="en-US" sz="2800" b="1" i="0" dirty="0">
                <a:solidFill>
                  <a:srgbClr val="000000"/>
                </a:solidFill>
                <a:latin typeface="NikoshBAN"/>
                <a:cs typeface="Arimo,sans-serif"/>
              </a:rPr>
              <a:t>, </a:t>
            </a:r>
            <a:r>
              <a:rPr lang="en-US" sz="2800" b="1" i="0" dirty="0" err="1">
                <a:solidFill>
                  <a:srgbClr val="000000"/>
                </a:solidFill>
                <a:latin typeface="NikoshBAN"/>
                <a:cs typeface="Arimo,sans-serif"/>
              </a:rPr>
              <a:t>একসঙ্গে</a:t>
            </a:r>
            <a:r>
              <a:rPr lang="en-US" sz="2800" b="1" i="0" dirty="0">
                <a:solidFill>
                  <a:srgbClr val="000000"/>
                </a:solidFill>
                <a:latin typeface="NikoshBAN"/>
                <a:cs typeface="Arimo,sans-serif"/>
              </a:rPr>
              <a:t> </a:t>
            </a:r>
            <a:r>
              <a:rPr lang="en-US" sz="2800" b="1" i="0" dirty="0" err="1">
                <a:solidFill>
                  <a:srgbClr val="000000"/>
                </a:solidFill>
                <a:latin typeface="NikoshBAN"/>
                <a:cs typeface="Arimo,sans-serif"/>
              </a:rPr>
              <a:t>মিলিয়া</a:t>
            </a:r>
            <a:r>
              <a:rPr lang="en-US" sz="2800" b="1" i="0" dirty="0">
                <a:solidFill>
                  <a:srgbClr val="000000"/>
                </a:solidFill>
                <a:latin typeface="NikoshBAN"/>
                <a:cs typeface="Arimo,sans-serif"/>
              </a:rPr>
              <a:t> </a:t>
            </a:r>
            <a:r>
              <a:rPr lang="en-US" sz="2800" b="1" i="0" dirty="0" err="1">
                <a:solidFill>
                  <a:srgbClr val="000000"/>
                </a:solidFill>
                <a:latin typeface="NikoshBAN"/>
                <a:cs typeface="Arimo,sans-serif"/>
              </a:rPr>
              <a:t>আলোচনা</a:t>
            </a:r>
            <a:r>
              <a:rPr lang="en-US" sz="2800" b="1" i="0" dirty="0">
                <a:solidFill>
                  <a:srgbClr val="000000"/>
                </a:solidFill>
                <a:latin typeface="NikoshBAN"/>
                <a:cs typeface="Arimo,sans-serif"/>
              </a:rPr>
              <a:t> </a:t>
            </a:r>
            <a:r>
              <a:rPr lang="en-US" sz="2800" b="0" i="0" dirty="0" err="1">
                <a:solidFill>
                  <a:srgbClr val="000000"/>
                </a:solidFill>
                <a:latin typeface="NikoshBAN"/>
                <a:cs typeface="Arimo,sans-serif"/>
              </a:rPr>
              <a:t>কর</a:t>
            </a:r>
            <a:r>
              <a:rPr lang="en-US" sz="2800" b="0" i="0" dirty="0">
                <a:solidFill>
                  <a:srgbClr val="000000"/>
                </a:solidFill>
                <a:latin typeface="NikoshBAN"/>
                <a:cs typeface="Arimo,sans-serif"/>
              </a:rPr>
              <a:t>, </a:t>
            </a:r>
            <a:r>
              <a:rPr lang="en-US" sz="2800" b="0" i="0" dirty="0" err="1">
                <a:solidFill>
                  <a:srgbClr val="000000"/>
                </a:solidFill>
                <a:latin typeface="NikoshBAN"/>
                <a:cs typeface="Arimo,sans-serif"/>
              </a:rPr>
              <a:t>তোমাদের</a:t>
            </a:r>
            <a:r>
              <a:rPr lang="en-US" sz="2800" b="0" i="0" dirty="0">
                <a:solidFill>
                  <a:srgbClr val="000000"/>
                </a:solidFill>
                <a:latin typeface="NikoshBAN"/>
                <a:cs typeface="Arimo,sans-serif"/>
              </a:rPr>
              <a:t> </a:t>
            </a:r>
            <a:r>
              <a:rPr lang="en-US" sz="2800" b="0" i="0" dirty="0" err="1">
                <a:solidFill>
                  <a:srgbClr val="000000"/>
                </a:solidFill>
                <a:latin typeface="NikoshBAN"/>
                <a:cs typeface="Arimo,sans-serif"/>
              </a:rPr>
              <a:t>মন</a:t>
            </a:r>
            <a:r>
              <a:rPr lang="en-US" sz="2800" b="0" i="0" dirty="0">
                <a:solidFill>
                  <a:srgbClr val="000000"/>
                </a:solidFill>
                <a:latin typeface="NikoshBAN"/>
                <a:cs typeface="Arimo,sans-serif"/>
              </a:rPr>
              <a:t> </a:t>
            </a:r>
            <a:r>
              <a:rPr lang="en-US" sz="2800" b="0" i="0" dirty="0" err="1">
                <a:solidFill>
                  <a:srgbClr val="000000"/>
                </a:solidFill>
                <a:latin typeface="NikoshBAN"/>
                <a:cs typeface="Arimo,sans-serif"/>
              </a:rPr>
              <a:t>উত্তম</a:t>
            </a:r>
            <a:r>
              <a:rPr lang="en-US" sz="2800" b="0" i="0" dirty="0">
                <a:solidFill>
                  <a:srgbClr val="000000"/>
                </a:solidFill>
                <a:latin typeface="NikoshBAN"/>
                <a:cs typeface="Arimo,sans-serif"/>
              </a:rPr>
              <a:t> </a:t>
            </a:r>
            <a:r>
              <a:rPr lang="en-US" sz="2800" b="0" i="0" dirty="0" err="1">
                <a:solidFill>
                  <a:srgbClr val="000000"/>
                </a:solidFill>
                <a:latin typeface="NikoshBAN"/>
                <a:cs typeface="Arimo,sans-serif"/>
              </a:rPr>
              <a:t>উত্তম</a:t>
            </a:r>
            <a:r>
              <a:rPr lang="en-US" sz="2800" b="0" i="0" dirty="0">
                <a:solidFill>
                  <a:srgbClr val="000000"/>
                </a:solidFill>
                <a:latin typeface="NikoshBAN"/>
                <a:cs typeface="Arimo,sans-serif"/>
              </a:rPr>
              <a:t> </a:t>
            </a:r>
            <a:r>
              <a:rPr lang="en-US" sz="2800" b="0" i="0" dirty="0" err="1">
                <a:solidFill>
                  <a:srgbClr val="000000"/>
                </a:solidFill>
                <a:latin typeface="NikoshBAN"/>
                <a:cs typeface="Arimo,sans-serif"/>
              </a:rPr>
              <a:t>সংস্কার</a:t>
            </a:r>
            <a:r>
              <a:rPr lang="en-US" sz="2800" b="0" i="0" dirty="0">
                <a:solidFill>
                  <a:srgbClr val="000000"/>
                </a:solidFill>
                <a:latin typeface="NikoshBAN"/>
                <a:cs typeface="Arimo,sans-serif"/>
              </a:rPr>
              <a:t> </a:t>
            </a:r>
            <a:r>
              <a:rPr lang="en-US" sz="2800" b="0" i="0" dirty="0" err="1">
                <a:solidFill>
                  <a:srgbClr val="000000"/>
                </a:solidFill>
                <a:latin typeface="NikoshBAN"/>
                <a:cs typeface="Arimo,sans-serif"/>
              </a:rPr>
              <a:t>যুক্ত</a:t>
            </a:r>
            <a:r>
              <a:rPr lang="en-US" sz="2800" b="0" i="0" dirty="0">
                <a:solidFill>
                  <a:srgbClr val="000000"/>
                </a:solidFill>
                <a:latin typeface="NikoshBAN"/>
                <a:cs typeface="Arimo,sans-serif"/>
              </a:rPr>
              <a:t> </a:t>
            </a:r>
            <a:r>
              <a:rPr lang="en-US" sz="2800" b="0" i="0" dirty="0" err="1">
                <a:solidFill>
                  <a:srgbClr val="000000"/>
                </a:solidFill>
                <a:latin typeface="NikoshBAN"/>
                <a:cs typeface="Arimo,sans-serif"/>
              </a:rPr>
              <a:t>হউক</a:t>
            </a:r>
            <a:r>
              <a:rPr lang="en-US" sz="2800" b="0" i="0" dirty="0">
                <a:solidFill>
                  <a:srgbClr val="000000"/>
                </a:solidFill>
                <a:latin typeface="NikoshBAN"/>
                <a:cs typeface="Arimo,sans-serif"/>
              </a:rPr>
              <a:t>। </a:t>
            </a:r>
            <a:r>
              <a:rPr lang="en-US" sz="2800" b="0" i="0" dirty="0" err="1">
                <a:solidFill>
                  <a:srgbClr val="000000"/>
                </a:solidFill>
                <a:latin typeface="NikoshBAN"/>
                <a:cs typeface="Arimo,sans-serif"/>
              </a:rPr>
              <a:t>পূর্ব্বাকালীন</a:t>
            </a:r>
            <a:r>
              <a:rPr lang="en-US" sz="2800" b="0" i="0" dirty="0">
                <a:solidFill>
                  <a:srgbClr val="000000"/>
                </a:solidFill>
                <a:latin typeface="NikoshBAN"/>
                <a:cs typeface="Arimo,sans-serif"/>
              </a:rPr>
              <a:t> </a:t>
            </a:r>
            <a:r>
              <a:rPr lang="en-US" sz="2800" b="0" i="0" dirty="0" err="1">
                <a:solidFill>
                  <a:srgbClr val="000000"/>
                </a:solidFill>
                <a:latin typeface="NikoshBAN"/>
                <a:cs typeface="Arimo,sans-serif"/>
              </a:rPr>
              <a:t>জ্ঞানী</a:t>
            </a:r>
            <a:r>
              <a:rPr lang="en-US" sz="2800" b="0" i="0" dirty="0">
                <a:solidFill>
                  <a:srgbClr val="000000"/>
                </a:solidFill>
                <a:latin typeface="NikoshBAN"/>
                <a:cs typeface="Arimo,sans-serif"/>
              </a:rPr>
              <a:t> </a:t>
            </a:r>
            <a:r>
              <a:rPr lang="en-US" sz="2800" b="0" i="0" dirty="0" err="1">
                <a:solidFill>
                  <a:srgbClr val="000000"/>
                </a:solidFill>
                <a:latin typeface="NikoshBAN"/>
                <a:cs typeface="Arimo,sans-serif"/>
              </a:rPr>
              <a:t>পুরুষেরা</a:t>
            </a:r>
            <a:r>
              <a:rPr lang="en-US" sz="2800" b="0" i="0" dirty="0">
                <a:solidFill>
                  <a:srgbClr val="000000"/>
                </a:solidFill>
                <a:latin typeface="NikoshBAN"/>
                <a:cs typeface="Arimo,sans-serif"/>
              </a:rPr>
              <a:t> </a:t>
            </a:r>
            <a:r>
              <a:rPr lang="en-US" sz="2800" b="0" i="0" dirty="0" err="1">
                <a:solidFill>
                  <a:srgbClr val="000000"/>
                </a:solidFill>
                <a:latin typeface="NikoshBAN"/>
                <a:cs typeface="Arimo,sans-serif"/>
              </a:rPr>
              <a:t>যেরুপ</a:t>
            </a:r>
            <a:r>
              <a:rPr lang="en-US" sz="2800" b="0" i="0" dirty="0">
                <a:solidFill>
                  <a:srgbClr val="000000"/>
                </a:solidFill>
                <a:latin typeface="NikoshBAN"/>
                <a:cs typeface="Arimo,sans-serif"/>
              </a:rPr>
              <a:t> </a:t>
            </a:r>
            <a:r>
              <a:rPr lang="en-US" sz="2800" b="0" i="0" dirty="0" err="1">
                <a:solidFill>
                  <a:srgbClr val="000000"/>
                </a:solidFill>
                <a:latin typeface="NikoshBAN"/>
                <a:cs typeface="Arimo,sans-serif"/>
              </a:rPr>
              <a:t>কর্ত্তব্য</a:t>
            </a:r>
            <a:r>
              <a:rPr lang="en-US" sz="2800" b="0" i="0" dirty="0">
                <a:solidFill>
                  <a:srgbClr val="000000"/>
                </a:solidFill>
                <a:latin typeface="NikoshBAN"/>
                <a:cs typeface="Arimo,sans-serif"/>
              </a:rPr>
              <a:t> </a:t>
            </a:r>
            <a:r>
              <a:rPr lang="en-US" sz="2800" b="0" i="0" dirty="0" err="1">
                <a:solidFill>
                  <a:srgbClr val="000000"/>
                </a:solidFill>
                <a:latin typeface="NikoshBAN"/>
                <a:cs typeface="Arimo,sans-serif"/>
              </a:rPr>
              <a:t>সম্পাদন</a:t>
            </a:r>
            <a:r>
              <a:rPr lang="en-US" sz="2800" b="0" i="0" dirty="0">
                <a:solidFill>
                  <a:srgbClr val="000000"/>
                </a:solidFill>
                <a:latin typeface="NikoshBAN"/>
                <a:cs typeface="Arimo,sans-serif"/>
              </a:rPr>
              <a:t> </a:t>
            </a:r>
            <a:r>
              <a:rPr lang="en-US" sz="2800" b="0" i="0" dirty="0" err="1">
                <a:solidFill>
                  <a:srgbClr val="000000"/>
                </a:solidFill>
                <a:latin typeface="NikoshBAN"/>
                <a:cs typeface="Arimo,sans-serif"/>
              </a:rPr>
              <a:t>করিয়াছেন</a:t>
            </a:r>
            <a:r>
              <a:rPr lang="en-US" sz="2800" b="0" i="0" dirty="0">
                <a:solidFill>
                  <a:srgbClr val="000000"/>
                </a:solidFill>
                <a:latin typeface="NikoshBAN"/>
                <a:cs typeface="Arimo,sans-serif"/>
              </a:rPr>
              <a:t> </a:t>
            </a:r>
            <a:r>
              <a:rPr lang="en-US" sz="2800" b="0" i="0" dirty="0" err="1">
                <a:solidFill>
                  <a:srgbClr val="000000"/>
                </a:solidFill>
                <a:latin typeface="NikoshBAN"/>
                <a:cs typeface="Arimo,sans-serif"/>
              </a:rPr>
              <a:t>তোমারাও</a:t>
            </a:r>
            <a:r>
              <a:rPr lang="en-US" sz="2800" b="0" i="0" dirty="0">
                <a:solidFill>
                  <a:srgbClr val="000000"/>
                </a:solidFill>
                <a:latin typeface="NikoshBAN"/>
                <a:cs typeface="Arimo,sans-serif"/>
              </a:rPr>
              <a:t> </a:t>
            </a:r>
            <a:r>
              <a:rPr lang="en-US" sz="2800" b="0" i="0" dirty="0" err="1">
                <a:solidFill>
                  <a:srgbClr val="000000"/>
                </a:solidFill>
                <a:latin typeface="NikoshBAN"/>
                <a:cs typeface="Arimo,sans-serif"/>
              </a:rPr>
              <a:t>সেই</a:t>
            </a:r>
            <a:r>
              <a:rPr lang="en-US" sz="2800" b="0" i="0" dirty="0">
                <a:solidFill>
                  <a:srgbClr val="000000"/>
                </a:solidFill>
                <a:latin typeface="NikoshBAN"/>
                <a:cs typeface="Arimo,sans-serif"/>
              </a:rPr>
              <a:t> </a:t>
            </a:r>
            <a:r>
              <a:rPr lang="en-US" sz="2800" b="0" i="0" dirty="0" err="1">
                <a:solidFill>
                  <a:srgbClr val="000000"/>
                </a:solidFill>
                <a:latin typeface="NikoshBAN"/>
                <a:cs typeface="Arimo,sans-serif"/>
              </a:rPr>
              <a:t>রুপ</a:t>
            </a:r>
            <a:r>
              <a:rPr lang="en-US" sz="2800" b="0" i="0" dirty="0">
                <a:solidFill>
                  <a:srgbClr val="000000"/>
                </a:solidFill>
                <a:latin typeface="NikoshBAN"/>
                <a:cs typeface="Arimo,sans-serif"/>
              </a:rPr>
              <a:t> </a:t>
            </a:r>
            <a:r>
              <a:rPr lang="en-US" sz="2800" b="0" i="0" dirty="0" err="1">
                <a:solidFill>
                  <a:srgbClr val="000000"/>
                </a:solidFill>
                <a:latin typeface="NikoshBAN"/>
                <a:cs typeface="Arimo,sans-serif"/>
              </a:rPr>
              <a:t>কর</a:t>
            </a:r>
            <a:r>
              <a:rPr lang="en-US" sz="2800" b="0" i="0" dirty="0">
                <a:solidFill>
                  <a:srgbClr val="000000"/>
                </a:solidFill>
                <a:latin typeface="NikoshBAN"/>
                <a:cs typeface="Arimo,sans-serif"/>
              </a:rPr>
              <a:t>।" (</a:t>
            </a:r>
            <a:r>
              <a:rPr lang="en-US" sz="2800" b="0" i="0" dirty="0" err="1">
                <a:solidFill>
                  <a:srgbClr val="000000"/>
                </a:solidFill>
                <a:latin typeface="NikoshBAN"/>
                <a:cs typeface="Arimo,sans-serif"/>
              </a:rPr>
              <a:t>ঋঃ</a:t>
            </a:r>
            <a:r>
              <a:rPr lang="en-US" sz="2800" b="0" i="0" dirty="0">
                <a:solidFill>
                  <a:srgbClr val="000000"/>
                </a:solidFill>
                <a:latin typeface="NikoshBAN"/>
                <a:cs typeface="Arimo,sans-serif"/>
              </a:rPr>
              <a:t> ১০.১৯১.০২)</a:t>
            </a:r>
            <a:endParaRPr sz="2800" b="0" i="0">
              <a:solidFill>
                <a:srgbClr val="000000"/>
              </a:solidFill>
              <a:latin typeface="NikoshBAN"/>
              <a:cs typeface="Arimo,sans-serif"/>
            </a:endParaRPr>
          </a:p>
          <a:p>
            <a:pPr algn="ctr"/>
            <a:endParaRPr sz="2800" b="0" i="0">
              <a:solidFill>
                <a:srgbClr val="000000"/>
              </a:solidFill>
              <a:latin typeface="NikoshBAN"/>
              <a:cs typeface="Arimo,sans-serif"/>
            </a:endParaRPr>
          </a:p>
          <a:p>
            <a:pPr algn="ctr"/>
            <a:r>
              <a:rPr lang="en-US" sz="2800" b="0" i="0" dirty="0">
                <a:solidFill>
                  <a:srgbClr val="000000"/>
                </a:solidFill>
                <a:latin typeface="NikoshBAN"/>
                <a:cs typeface="Arimo,sans-serif"/>
              </a:rPr>
              <a:t>"</a:t>
            </a:r>
            <a:r>
              <a:rPr lang="en-US" sz="2800" b="0" i="0" dirty="0" err="1">
                <a:solidFill>
                  <a:srgbClr val="000000"/>
                </a:solidFill>
                <a:latin typeface="NikoshBAN"/>
                <a:cs typeface="Arimo,sans-serif"/>
              </a:rPr>
              <a:t>তো</a:t>
            </a:r>
            <a:r>
              <a:rPr sz="2800" b="0" i="0">
                <a:solidFill>
                  <a:srgbClr val="000000"/>
                </a:solidFill>
                <a:latin typeface="NikoshBAN"/>
                <a:cs typeface="Arimo,sans-serif"/>
              </a:rPr>
              <a:t>মাদের সকলের </a:t>
            </a:r>
            <a:r>
              <a:rPr sz="2800" b="1" i="0">
                <a:solidFill>
                  <a:srgbClr val="000000"/>
                </a:solidFill>
                <a:latin typeface="NikoshBAN"/>
                <a:cs typeface="Arimo,sans-serif"/>
              </a:rPr>
              <a:t>মত </a:t>
            </a:r>
            <a:r>
              <a:rPr sz="2800" b="0" i="0">
                <a:solidFill>
                  <a:srgbClr val="000000"/>
                </a:solidFill>
                <a:latin typeface="NikoshBAN"/>
                <a:cs typeface="Arimo,sans-serif"/>
              </a:rPr>
              <a:t>এক হউক, </a:t>
            </a:r>
            <a:r>
              <a:rPr sz="2800" b="1" i="0">
                <a:solidFill>
                  <a:srgbClr val="000000"/>
                </a:solidFill>
                <a:latin typeface="NikoshBAN"/>
                <a:cs typeface="Arimo,sans-serif"/>
              </a:rPr>
              <a:t>মিলন ভূমি </a:t>
            </a:r>
            <a:r>
              <a:rPr sz="2800" b="0" i="0">
                <a:solidFill>
                  <a:srgbClr val="000000"/>
                </a:solidFill>
                <a:latin typeface="NikoshBAN"/>
                <a:cs typeface="Arimo,sans-serif"/>
              </a:rPr>
              <a:t>এক হউক, </a:t>
            </a:r>
            <a:r>
              <a:rPr sz="2800" b="1" i="0">
                <a:solidFill>
                  <a:srgbClr val="000000"/>
                </a:solidFill>
                <a:latin typeface="NikoshBAN"/>
                <a:cs typeface="Arimo,sans-serif"/>
              </a:rPr>
              <a:t>মন</a:t>
            </a:r>
            <a:r>
              <a:rPr sz="2800" b="0" i="0">
                <a:solidFill>
                  <a:srgbClr val="000000"/>
                </a:solidFill>
                <a:latin typeface="NikoshBAN"/>
                <a:cs typeface="Arimo,sans-serif"/>
              </a:rPr>
              <a:t> এক হউক, সকলের </a:t>
            </a:r>
            <a:r>
              <a:rPr sz="2800" b="1" i="0">
                <a:solidFill>
                  <a:srgbClr val="000000"/>
                </a:solidFill>
                <a:latin typeface="NikoshBAN"/>
                <a:cs typeface="Arimo,sans-serif"/>
              </a:rPr>
              <a:t>চিত্ত</a:t>
            </a:r>
            <a:r>
              <a:rPr sz="2800" b="0" i="0">
                <a:solidFill>
                  <a:srgbClr val="000000"/>
                </a:solidFill>
                <a:latin typeface="NikoshBAN"/>
                <a:cs typeface="Arimo,sans-serif"/>
              </a:rPr>
              <a:t> সম্মিলিত হউক, তোমাদের সকলকে </a:t>
            </a:r>
            <a:r>
              <a:rPr sz="2800" b="1" i="0">
                <a:solidFill>
                  <a:srgbClr val="000000"/>
                </a:solidFill>
                <a:latin typeface="NikoshBAN"/>
                <a:cs typeface="Arimo,sans-serif"/>
              </a:rPr>
              <a:t>একই মন্ত্রে </a:t>
            </a:r>
            <a:r>
              <a:rPr sz="2800" b="0" i="0">
                <a:solidFill>
                  <a:srgbClr val="000000"/>
                </a:solidFill>
                <a:latin typeface="NikoshBAN"/>
                <a:cs typeface="Arimo,sans-serif"/>
              </a:rPr>
              <a:t>সংযুক্ত করিয়াছি, তোমাদের সকলের জন্য একই অন্ন ও উপভোগ একই প্রকারের দিয়াছি।</a:t>
            </a:r>
            <a:r>
              <a:rPr lang="en-US" sz="2800" b="0" i="0" dirty="0">
                <a:solidFill>
                  <a:srgbClr val="000000"/>
                </a:solidFill>
                <a:latin typeface="NikoshBAN"/>
                <a:cs typeface="Arimo,sans-serif"/>
              </a:rPr>
              <a:t>" (ঋঃ১০.১৯১.০৩)</a:t>
            </a:r>
            <a:endParaRPr sz="2800" b="0" i="0">
              <a:solidFill>
                <a:srgbClr val="000000"/>
              </a:solidFill>
              <a:latin typeface="NikoshBAN"/>
              <a:cs typeface="Arimo,sans-serif"/>
            </a:endParaRPr>
          </a:p>
        </p:txBody>
      </p:sp>
      <p:sp>
        <p:nvSpPr>
          <p:cNvPr id="1048628" name="Title 1"/>
          <p:cNvSpPr/>
          <p:nvPr/>
        </p:nvSpPr>
        <p:spPr>
          <a:xfrm>
            <a:off x="457200" y="266700"/>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b="1" u="sng">
                <a:effectLst>
                  <a:outerShdw blurRad="38100" dist="38100" dir="2700000" algn="br" rotWithShape="0">
                    <a:srgbClr val="000000"/>
                  </a:outerShdw>
                </a:effectLst>
                <a:latin typeface="NikoshBAN" pitchFamily="2" charset="0"/>
                <a:ea typeface="NikoshBAN" pitchFamily="2" charset="0"/>
                <a:cs typeface="Arial"/>
              </a:rPr>
              <a:t>"শাস্ত্রত্যাগঃ অনৈক্য"</a:t>
            </a:r>
            <a:endParaRPr lang="zh-CN" altLang="en-US">
              <a:effectLst>
                <a:outerShdw blurRad="38100" dist="38100" dir="2700000" algn="br" rotWithShape="0">
                  <a:srgbClr val="000000"/>
                </a:outerShdw>
              </a:effectLs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9" name="Title 1048628"/>
          <p:cNvSpPr>
            <a:spLocks noGrp="1"/>
          </p:cNvSpPr>
          <p:nvPr>
            <p:ph type="ctrTitle"/>
          </p:nvPr>
        </p:nvSpPr>
        <p:spPr>
          <a:xfrm>
            <a:off x="1142999" y="229811"/>
            <a:ext cx="6858000" cy="746392"/>
          </a:xfrm>
        </p:spPr>
        <p:txBody>
          <a:bodyPr/>
          <a:lstStyle/>
          <a:p>
            <a:r>
              <a:rPr lang="en-US" sz="4400" u="sng">
                <a:effectLst>
                  <a:outerShdw blurRad="38100" dist="38100" dir="2700000" algn="br" rotWithShape="0">
                    <a:srgbClr val="000000"/>
                  </a:outerShdw>
                </a:effectLst>
              </a:rPr>
              <a:t>"শাস্ত্রবিরুদ্ধ ছ্যুতমার্গ"</a:t>
            </a:r>
          </a:p>
        </p:txBody>
      </p:sp>
      <p:sp>
        <p:nvSpPr>
          <p:cNvPr id="1048630" name="Subtitle 1048629"/>
          <p:cNvSpPr>
            <a:spLocks noGrp="1"/>
          </p:cNvSpPr>
          <p:nvPr>
            <p:ph type="subTitle" idx="1"/>
          </p:nvPr>
        </p:nvSpPr>
        <p:spPr>
          <a:xfrm>
            <a:off x="154894" y="1401128"/>
            <a:ext cx="8834212" cy="4708584"/>
          </a:xfrm>
        </p:spPr>
        <p:txBody>
          <a:bodyPr/>
          <a:lstStyle/>
          <a:p>
            <a:r>
              <a:rPr lang="en-US" sz="2800"/>
              <a:t>"ও৩ম্ সমানী প্রপা সহ বোরন্নভাগঃ </a:t>
            </a:r>
          </a:p>
          <a:p>
            <a:r>
              <a:rPr lang="en-US" sz="2800"/>
              <a:t>সমানে যোক্তো সহ বো যুনজমি।</a:t>
            </a:r>
          </a:p>
          <a:p>
            <a:r>
              <a:rPr lang="en-US" sz="2800"/>
              <a:t>সমঞ্চোহগ্নিং যপর্যতারা নাভি মিবাভিতঃ।।"</a:t>
            </a:r>
          </a:p>
          <a:p>
            <a:r>
              <a:rPr lang="en-US" sz="2800"/>
              <a:t>  =|| অথর্ববেদ ৩.৩০.৬ ||=</a:t>
            </a:r>
          </a:p>
          <a:p>
            <a:endParaRPr lang="en-US" sz="2800"/>
          </a:p>
          <a:p>
            <a:r>
              <a:rPr lang="en-US" sz="2800"/>
              <a:t>সরলার্থঃ তোমাদের </a:t>
            </a:r>
            <a:r>
              <a:rPr lang="en-US" sz="2800" b="1"/>
              <a:t>পান একসঙ্গে হোক, ভোজনও একসঙ্গে হোক।</a:t>
            </a:r>
            <a:r>
              <a:rPr lang="en-US" sz="2800"/>
              <a:t> তোমাদিগকে একসঙ্গে একই প্রেমবন্ধনে যুক্ত করিয়াছি। সকলে মিলিয়া পরমাত্মাকে পূজা করো। রথচক্রের কেন্দ্রের চারিদিকে যেমন অর থাকে তোমরা সেইভাবে থাকো।</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0" name="Title 1"/>
          <p:cNvSpPr>
            <a:spLocks noGrp="1"/>
          </p:cNvSpPr>
          <p:nvPr>
            <p:ph type="title"/>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en-US" altLang="en-US" sz="4400" b="1" u="sng">
                <a:effectLst>
                  <a:outerShdw blurRad="38100" dist="38100" dir="2700000" algn="br" rotWithShape="0">
                    <a:srgbClr val="000000"/>
                  </a:outerShdw>
                </a:effectLst>
              </a:rPr>
              <a:t>‘</a:t>
            </a:r>
            <a:r>
              <a:rPr lang="en-US" altLang="en-US" sz="4400" b="1" u="sng">
                <a:effectLst>
                  <a:outerShdw blurRad="38100" dist="38100" dir="2700000" algn="br" rotWithShape="0">
                    <a:srgbClr val="000000"/>
                  </a:outerShdw>
                </a:effectLst>
                <a:latin typeface="NikoshBAN" pitchFamily="2" charset="0"/>
                <a:ea typeface="NikoshBAN" pitchFamily="2" charset="0"/>
              </a:rPr>
              <a:t>বেদ সকলের’</a:t>
            </a:r>
          </a:p>
        </p:txBody>
      </p:sp>
      <p:sp>
        <p:nvSpPr>
          <p:cNvPr id="1048661" name="Content Placeholder 2"/>
          <p:cNvSpPr>
            <a:spLocks noGrp="1"/>
          </p:cNvSpPr>
          <p:nvPr>
            <p:ph idx="1"/>
          </p:nvPr>
        </p:nvSpPr>
        <p:spPr>
          <a:xfrm>
            <a:off x="475134" y="1582737"/>
            <a:ext cx="8477424" cy="4920922"/>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indent="0" algn="ctr">
              <a:buNone/>
            </a:pPr>
            <a:r>
              <a:rPr lang="en-US" altLang="en-US" sz="2800" dirty="0" err="1">
                <a:latin typeface="NikoshBAN"/>
                <a:ea typeface="NikoshBAN" pitchFamily="2" charset="0"/>
              </a:rPr>
              <a:t>সমগ্র</a:t>
            </a:r>
            <a:r>
              <a:rPr lang="en-US" altLang="en-US" sz="2800" dirty="0">
                <a:latin typeface="NikoshBAN"/>
                <a:ea typeface="NikoshBAN" pitchFamily="2" charset="0"/>
              </a:rPr>
              <a:t> </a:t>
            </a:r>
            <a:r>
              <a:rPr lang="en-US" altLang="en-US" sz="2800" dirty="0" err="1">
                <a:latin typeface="NikoshBAN"/>
                <a:ea typeface="NikoshBAN" pitchFamily="2" charset="0"/>
              </a:rPr>
              <a:t>বিশ্বে</a:t>
            </a:r>
            <a:r>
              <a:rPr lang="en-US" altLang="en-US" sz="2800" dirty="0">
                <a:latin typeface="NikoshBAN"/>
                <a:ea typeface="NikoshBAN" pitchFamily="2" charset="0"/>
              </a:rPr>
              <a:t> </a:t>
            </a:r>
            <a:r>
              <a:rPr lang="en-US" altLang="en-US" sz="2800" dirty="0" err="1">
                <a:latin typeface="NikoshBAN"/>
                <a:ea typeface="NikoshBAN" pitchFamily="2" charset="0"/>
              </a:rPr>
              <a:t>দেবত্ব</a:t>
            </a:r>
            <a:r>
              <a:rPr lang="en-US" altLang="en-US" sz="2800" dirty="0">
                <a:latin typeface="NikoshBAN"/>
                <a:ea typeface="NikoshBAN" pitchFamily="2" charset="0"/>
              </a:rPr>
              <a:t> </a:t>
            </a:r>
            <a:r>
              <a:rPr lang="en-US" altLang="en-US" sz="2800" dirty="0" err="1">
                <a:latin typeface="NikoshBAN"/>
                <a:ea typeface="NikoshBAN" pitchFamily="2" charset="0"/>
              </a:rPr>
              <a:t>আনো,</a:t>
            </a:r>
            <a:r>
              <a:rPr lang="en-US" altLang="en-US" sz="2800" b="1" dirty="0" err="1">
                <a:latin typeface="NikoshBAN"/>
                <a:ea typeface="NikoshBAN" pitchFamily="2" charset="0"/>
              </a:rPr>
              <a:t>সকলের</a:t>
            </a:r>
            <a:r>
              <a:rPr lang="en-US" altLang="en-US" sz="2800" b="1" dirty="0">
                <a:latin typeface="NikoshBAN"/>
                <a:ea typeface="NikoshBAN" pitchFamily="2" charset="0"/>
              </a:rPr>
              <a:t> </a:t>
            </a:r>
            <a:r>
              <a:rPr lang="en-US" altLang="en-US" sz="2800" b="1" dirty="0" err="1">
                <a:latin typeface="NikoshBAN"/>
                <a:ea typeface="NikoshBAN" pitchFamily="2" charset="0"/>
              </a:rPr>
              <a:t>অন্তরে</a:t>
            </a:r>
            <a:r>
              <a:rPr lang="en-US" altLang="en-US" sz="2800" b="1" dirty="0">
                <a:latin typeface="NikoshBAN"/>
                <a:ea typeface="NikoshBAN" pitchFamily="2" charset="0"/>
              </a:rPr>
              <a:t> </a:t>
            </a:r>
            <a:r>
              <a:rPr lang="en-IN" altLang="en-IN" sz="2800" b="1" dirty="0">
                <a:latin typeface="NikoshBAN"/>
                <a:ea typeface="NikoshBAN" pitchFamily="2" charset="0"/>
              </a:rPr>
              <a:t>ॐ</a:t>
            </a:r>
            <a:r>
              <a:rPr lang="en-US" altLang="en-IN" sz="2800" b="1" dirty="0">
                <a:latin typeface="NikoshBAN"/>
                <a:ea typeface="NikoshBAN" pitchFamily="2" charset="0"/>
              </a:rPr>
              <a:t> </a:t>
            </a:r>
            <a:r>
              <a:rPr lang="en-US" altLang="en-US" sz="2800" b="1" dirty="0" err="1">
                <a:latin typeface="NikoshBAN"/>
                <a:ea typeface="NikoshBAN" pitchFamily="2" charset="0"/>
              </a:rPr>
              <a:t>এর</a:t>
            </a:r>
            <a:r>
              <a:rPr lang="en-US" altLang="en-US" sz="2800" b="1" dirty="0">
                <a:latin typeface="NikoshBAN"/>
                <a:ea typeface="NikoshBAN" pitchFamily="2" charset="0"/>
              </a:rPr>
              <a:t> </a:t>
            </a:r>
            <a:r>
              <a:rPr lang="en-US" altLang="en-US" sz="2800" b="1" dirty="0" err="1">
                <a:latin typeface="NikoshBAN"/>
                <a:ea typeface="NikoshBAN" pitchFamily="2" charset="0"/>
              </a:rPr>
              <a:t>প্রতিষ্ঠা</a:t>
            </a:r>
            <a:r>
              <a:rPr lang="en-US" altLang="en-US" sz="2800" b="1" dirty="0">
                <a:latin typeface="NikoshBAN"/>
                <a:ea typeface="NikoshBAN" pitchFamily="2" charset="0"/>
              </a:rPr>
              <a:t> </a:t>
            </a:r>
            <a:r>
              <a:rPr lang="en-US" altLang="en-US" sz="2800" b="1" dirty="0" err="1">
                <a:latin typeface="NikoshBAN"/>
                <a:ea typeface="NikoshBAN" pitchFamily="2" charset="0"/>
              </a:rPr>
              <a:t>কর</a:t>
            </a:r>
            <a:r>
              <a:rPr lang="en-US" altLang="en-US" sz="2800" b="1" dirty="0">
                <a:latin typeface="NikoshBAN"/>
                <a:ea typeface="NikoshBAN" pitchFamily="2" charset="0"/>
              </a:rPr>
              <a:t>।   </a:t>
            </a:r>
            <a:r>
              <a:rPr lang="as-IN" altLang="en-US" sz="2800" b="1" dirty="0">
                <a:latin typeface="NikoshBAN"/>
                <a:ea typeface="NikoshBAN" pitchFamily="2" charset="0"/>
              </a:rPr>
              <a:t>(যজুর্বেদ ২.১৩)</a:t>
            </a:r>
            <a:endParaRPr lang="en-US" altLang="en-US" sz="2800" b="1" dirty="0">
              <a:latin typeface="NikoshBAN"/>
              <a:ea typeface="NikoshBAN" pitchFamily="2" charset="0"/>
            </a:endParaRPr>
          </a:p>
          <a:p>
            <a:pPr marL="0" lvl="0" indent="0" algn="ctr">
              <a:buFontTx/>
              <a:buNone/>
            </a:pPr>
            <a:endParaRPr lang="zh-CN" altLang="en-US" dirty="0">
              <a:latin typeface="NikoshBAN"/>
            </a:endParaRPr>
          </a:p>
          <a:p>
            <a:pPr marL="0" lvl="0" indent="0" algn="ctr">
              <a:buFontTx/>
              <a:buNone/>
            </a:pPr>
            <a:r>
              <a:rPr lang="en-US" altLang="en-US" sz="2800" dirty="0">
                <a:latin typeface="NikoshBAN"/>
                <a:ea typeface="NikoshBAN" pitchFamily="2" charset="0"/>
              </a:rPr>
              <a:t>"</a:t>
            </a:r>
            <a:r>
              <a:rPr lang="as-IN" altLang="en-US" sz="2800" dirty="0">
                <a:latin typeface="NikoshBAN"/>
                <a:ea typeface="NikoshBAN" pitchFamily="2" charset="0"/>
              </a:rPr>
              <a:t>হে মনুষ্যগণ, আমি যেরূপে </a:t>
            </a:r>
            <a:r>
              <a:rPr lang="as-IN" altLang="en-US" sz="2800" b="1" dirty="0">
                <a:latin typeface="NikoshBAN"/>
                <a:ea typeface="NikoshBAN" pitchFamily="2" charset="0"/>
              </a:rPr>
              <a:t>ব্রাক্ষন, ক্ষত্রিয়, বৈশ্য ,শূদ্র এবং অন্যান্য সমস্ত জনগনকে </a:t>
            </a:r>
            <a:r>
              <a:rPr lang="as-IN" altLang="en-US" sz="2800" dirty="0">
                <a:latin typeface="NikoshBAN"/>
                <a:ea typeface="NikoshBAN" pitchFamily="2" charset="0"/>
              </a:rPr>
              <a:t>এই কল্যানদায়িনী পবিত্র বেদবাণী বলিতেছি, তোমরাও সেই রূপ কর। যেমন বেদবানীর উপদেশ করিয়া আমি বিদ্বানদের প্রিয় হয়েছি ,তোমরাও সেরুপ হও। বেদ বিদ্যার প্রচার হোক, এর দ্বারা সকলে মোক্ষ এবং সুখ লাভ করুক।</a:t>
            </a:r>
            <a:r>
              <a:rPr lang="en-US" altLang="en-US" sz="2800" dirty="0">
                <a:latin typeface="NikoshBAN"/>
                <a:ea typeface="NikoshBAN" pitchFamily="2" charset="0"/>
              </a:rPr>
              <a:t>" </a:t>
            </a:r>
            <a:r>
              <a:rPr lang="as-IN" altLang="en-US" sz="2800" b="1" dirty="0">
                <a:latin typeface="NikoshBAN"/>
                <a:ea typeface="NikoshBAN" pitchFamily="2" charset="0"/>
              </a:rPr>
              <a:t>(যজুর্বেদ- ২৬/২</a:t>
            </a:r>
            <a:r>
              <a:rPr lang="as-IN" altLang="en-US" sz="2800" b="1" dirty="0">
                <a:latin typeface="NikoshBAN" pitchFamily="2" charset="0"/>
                <a:ea typeface="NikoshBAN" pitchFamily="2" charset="0"/>
              </a:rPr>
              <a:t>)</a:t>
            </a:r>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6" name="Subtitle 1048665"/>
          <p:cNvSpPr>
            <a:spLocks noGrp="1"/>
          </p:cNvSpPr>
          <p:nvPr>
            <p:ph type="subTitle" idx="1"/>
          </p:nvPr>
        </p:nvSpPr>
        <p:spPr>
          <a:xfrm>
            <a:off x="529070" y="1651033"/>
            <a:ext cx="8085861" cy="4525532"/>
          </a:xfrm>
        </p:spPr>
        <p:txBody>
          <a:bodyPr/>
          <a:lstStyle/>
          <a:p>
            <a:r>
              <a:rPr lang="en-US" sz="2800"/>
              <a:t>"সহস্র চতুর্যুগ ব্যাপী ব্রহ্মের দিন এবং সহস্রচতুর্যুগ ব্রহ্মার রাত্রি যারা জানেন, সেই সকল পণ্ডিতগণ দিন ও রাত্রির প্রকৃত তত্ত্ব জানেন।" -(শ্রীমদভগবদগীতা ৮/১৭)</a:t>
            </a:r>
          </a:p>
          <a:p>
            <a:endParaRPr lang="en-US" sz="2800"/>
          </a:p>
          <a:p>
            <a:r>
              <a:rPr lang="en-US" sz="2800"/>
              <a:t>"সকল প্রাণী ব্রাহ্মদিনের শুরুতে </a:t>
            </a:r>
            <a:r>
              <a:rPr lang="en-US" sz="2800" b="1"/>
              <a:t>অব্যক্ত অবস্থা থেকে প্রকাশিত হয় </a:t>
            </a:r>
            <a:r>
              <a:rPr lang="en-US" sz="2800"/>
              <a:t>এবং ব্রাহ্মরাত্রির শুরুতে সেই অব্যক্ততেই লীন হয়ে যায়।"</a:t>
            </a:r>
          </a:p>
          <a:p>
            <a:r>
              <a:rPr lang="en-US" sz="2800"/>
              <a:t>-(শ্রীমদভগবদগীতা ৮/১৮)</a:t>
            </a:r>
          </a:p>
        </p:txBody>
      </p:sp>
      <p:sp>
        <p:nvSpPr>
          <p:cNvPr id="1048667" name="Title 1"/>
          <p:cNvSpPr/>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b="1" u="sng">
                <a:effectLst>
                  <a:outerShdw blurRad="38100" dist="38100" dir="2700000" algn="br" rotWithShape="0">
                    <a:srgbClr val="000000"/>
                  </a:outerShdw>
                </a:effectLst>
                <a:latin typeface="Arial"/>
              </a:rPr>
              <a:t>"সৃষ্টিচক্র"</a:t>
            </a:r>
            <a:endParaRPr lang="zh-CN" altLang="en-US">
              <a:effectLst>
                <a:outerShdw blurRad="38100" dist="38100" dir="2700000" algn="br" rotWithShape="0">
                  <a:srgbClr val="000000"/>
                </a:outerShdw>
              </a:effectLs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2" name="Title 1"/>
          <p:cNvSpPr>
            <a:spLocks noGrp="1"/>
          </p:cNvSpPr>
          <p:nvPr>
            <p:ph type="title"/>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en-US" altLang="en-US" sz="4400" b="1" u="sng">
                <a:effectLst>
                  <a:outerShdw blurRad="38100" dist="38100" dir="2700000" algn="br" rotWithShape="0">
                    <a:srgbClr val="000000"/>
                  </a:outerShdw>
                </a:effectLst>
              </a:rPr>
              <a:t>‘</a:t>
            </a:r>
            <a:r>
              <a:rPr lang="as-IN" altLang="en-US" sz="4400" b="1" u="sng">
                <a:effectLst>
                  <a:outerShdw blurRad="38100" dist="38100" dir="2700000" algn="br" rotWithShape="0">
                    <a:srgbClr val="000000"/>
                  </a:outerShdw>
                </a:effectLst>
                <a:latin typeface="NikoshBAN" pitchFamily="2" charset="0"/>
                <a:ea typeface="NikoshBAN" pitchFamily="2" charset="0"/>
              </a:rPr>
              <a:t>বেদ সকল যুগের</a:t>
            </a:r>
            <a:r>
              <a:rPr lang="en-US" altLang="en-US" sz="4400" b="1" u="sng">
                <a:effectLst>
                  <a:outerShdw blurRad="38100" dist="38100" dir="2700000" algn="br" rotWithShape="0">
                    <a:srgbClr val="000000"/>
                  </a:outerShdw>
                </a:effectLst>
                <a:latin typeface="NikoshBAN" pitchFamily="2" charset="0"/>
                <a:ea typeface="NikoshBAN" pitchFamily="2" charset="0"/>
              </a:rPr>
              <a:t>’</a:t>
            </a:r>
          </a:p>
        </p:txBody>
      </p:sp>
      <p:sp>
        <p:nvSpPr>
          <p:cNvPr id="1048663" name="Content Placeholder 2"/>
          <p:cNvSpPr>
            <a:spLocks noGrp="1"/>
          </p:cNvSpPr>
          <p:nvPr>
            <p:ph idx="1"/>
          </p:nvPr>
        </p:nvSpPr>
        <p:spPr>
          <a:xfrm>
            <a:off x="274277" y="1942489"/>
            <a:ext cx="8595447" cy="3499095"/>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lgn="ctr">
              <a:buFontTx/>
              <a:buNone/>
            </a:pPr>
            <a:endParaRPr lang="as-IN" altLang="en-US" sz="2800">
              <a:latin typeface="NikoshBAN" pitchFamily="2" charset="0"/>
              <a:ea typeface="NikoshBAN" pitchFamily="2" charset="0"/>
            </a:endParaRPr>
          </a:p>
          <a:p>
            <a:pPr marL="0" lvl="0" indent="0" algn="ctr">
              <a:buFontTx/>
              <a:buNone/>
            </a:pPr>
            <a:r>
              <a:rPr lang="en-US" altLang="en-US" sz="2800" b="1">
                <a:latin typeface="NikoshBAN" pitchFamily="2" charset="0"/>
                <a:ea typeface="NikoshBAN" pitchFamily="2" charset="0"/>
              </a:rPr>
              <a:t>"অংতি সন্তং ন জহাত্যন্তি সন্তং ন পশ্যতি। দেবস্য পশ্য কাব্যং ন মমার ন জীর্যতি।" (</a:t>
            </a:r>
            <a:r>
              <a:rPr lang="as-IN" altLang="en-US" sz="2800" b="1">
                <a:latin typeface="NikoshBAN" pitchFamily="2" charset="0"/>
                <a:ea typeface="NikoshBAN" pitchFamily="2" charset="0"/>
              </a:rPr>
              <a:t>অথর্ববেদ ১০.৮.৩২</a:t>
            </a:r>
            <a:r>
              <a:rPr lang="en-US" altLang="en-US" sz="2800" b="1">
                <a:latin typeface="NikoshBAN" pitchFamily="2" charset="0"/>
                <a:ea typeface="NikoshBAN" pitchFamily="2" charset="0"/>
              </a:rPr>
              <a:t>)</a:t>
            </a:r>
          </a:p>
          <a:p>
            <a:pPr marL="0" lvl="0" indent="0" algn="ctr">
              <a:buFontTx/>
              <a:buNone/>
            </a:pPr>
            <a:br>
              <a:rPr lang="as-IN" altLang="en-US" sz="2800">
                <a:latin typeface="NikoshBAN" pitchFamily="2" charset="0"/>
                <a:ea typeface="NikoshBAN" pitchFamily="2" charset="0"/>
              </a:rPr>
            </a:br>
            <a:r>
              <a:rPr lang="as-IN" altLang="en-US" sz="2800">
                <a:latin typeface="NikoshBAN" pitchFamily="2" charset="0"/>
                <a:ea typeface="NikoshBAN" pitchFamily="2" charset="0"/>
              </a:rPr>
              <a:t>অর্থাৎ, মনুষ্য সমীপবর্ত্তী পরমাত্মাকে দেখেও না আবার তাহাকে ছাড়িতেও পারেনা। পরমাত্মার বানী বেদকে দেখ, কখনও অচল হয়না, কখনও অপ্রাসঙ্গিক বা জীর্ন হয়না। </a:t>
            </a:r>
          </a:p>
          <a:p>
            <a:pPr marL="0" lvl="0" indent="0" algn="ctr">
              <a:buFontTx/>
              <a:buNone/>
            </a:pPr>
            <a:br>
              <a:rPr lang="en-US" altLang="en-US" sz="2800"/>
            </a:br>
            <a:endParaRPr lang="en-US" altLang="en-US" sz="2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Rectangle 1048650"/>
          <p:cNvSpPr>
            <a:spLocks noGrp="1"/>
          </p:cNvSpPr>
          <p:nvPr/>
        </p:nvSpPr>
        <p:spPr>
          <a:xfrm>
            <a:off x="1143000" y="1480637"/>
            <a:ext cx="6858000" cy="1086685"/>
          </a:xfrm>
          <a:prstGeom prst="rect">
            <a:avLst/>
          </a:prstGeom>
          <a:ln>
            <a:noFill/>
            <a:prstDash val="solid"/>
          </a:ln>
        </p:spPr>
        <p:txBody>
          <a:bodyPr vert="horz" lIns="91440" tIns="45720" rIns="91440" bIns="45720" anchor="b"/>
          <a:lstStyle>
            <a:lvl1pPr algn="ctr" fontAlgn="base">
              <a:spcBef>
                <a:spcPct val="0"/>
              </a:spcBef>
              <a:spcAft>
                <a:spcPct val="0"/>
              </a:spcAft>
              <a:defRPr sz="6000" kern="1200">
                <a:solidFill>
                  <a:srgbClr val="000000"/>
                </a:solidFill>
                <a:latin typeface="+mj-lt"/>
                <a:ea typeface="+mj-ea"/>
                <a:cs typeface="+mj-cs"/>
              </a:defRPr>
            </a:lvl1pPr>
            <a:lvl2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r>
              <a:rPr lang="en-US" sz="4800" b="1" i="0" u="sng" dirty="0">
                <a:solidFill>
                  <a:srgbClr val="36363D"/>
                </a:solidFill>
                <a:effectLst>
                  <a:outerShdw blurRad="38100" dist="38100" dir="2700000" algn="br" rotWithShape="0">
                    <a:srgbClr val="000000"/>
                  </a:outerShdw>
                </a:effectLst>
                <a:latin typeface="Arial"/>
              </a:rPr>
              <a:t>"</a:t>
            </a:r>
            <a:r>
              <a:rPr lang="en-US" sz="4800" b="1" i="0" u="sng" dirty="0" err="1">
                <a:solidFill>
                  <a:srgbClr val="36363D"/>
                </a:solidFill>
                <a:effectLst>
                  <a:outerShdw blurRad="38100" dist="38100" dir="2700000" algn="br" rotWithShape="0">
                    <a:srgbClr val="000000"/>
                  </a:outerShdw>
                </a:effectLst>
                <a:cs typeface="Arial"/>
              </a:rPr>
              <a:t>বেদ</a:t>
            </a:r>
            <a:r>
              <a:rPr lang="en-US" sz="4800" b="1" i="0" u="sng" dirty="0">
                <a:solidFill>
                  <a:srgbClr val="36363D"/>
                </a:solidFill>
                <a:effectLst>
                  <a:outerShdw blurRad="38100" dist="38100" dir="2700000" algn="br" rotWithShape="0">
                    <a:srgbClr val="000000"/>
                  </a:outerShdw>
                </a:effectLst>
                <a:latin typeface="Arial"/>
              </a:rPr>
              <a:t>"</a:t>
            </a:r>
            <a:endParaRPr lang="en-US" sz="4800" b="1" i="0" u="sng" dirty="0">
              <a:solidFill>
                <a:srgbClr val="36363D"/>
              </a:solidFill>
              <a:effectLst>
                <a:outerShdw blurRad="38100" dist="38100" dir="2700000" algn="br" rotWithShape="0">
                  <a:srgbClr val="000000"/>
                </a:outerShdw>
              </a:effectLst>
            </a:endParaRPr>
          </a:p>
        </p:txBody>
      </p:sp>
      <p:sp>
        <p:nvSpPr>
          <p:cNvPr id="1048652" name="Rectangle 1048651"/>
          <p:cNvSpPr>
            <a:spLocks noGrp="1"/>
          </p:cNvSpPr>
          <p:nvPr/>
        </p:nvSpPr>
        <p:spPr>
          <a:xfrm>
            <a:off x="1306689" y="2831971"/>
            <a:ext cx="6530622" cy="1194058"/>
          </a:xfrm>
          <a:prstGeom prst="rect">
            <a:avLst/>
          </a:prstGeom>
        </p:spPr>
        <p:txBody>
          <a:bodyPr vert="horz" lIns="91440" tIns="45720" rIns="91440" bIns="45720" anchor="b"/>
          <a:lstStyle>
            <a:lvl1pPr algn="ctr" fontAlgn="base">
              <a:spcBef>
                <a:spcPct val="0"/>
              </a:spcBef>
              <a:spcAft>
                <a:spcPct val="0"/>
              </a:spcAft>
              <a:defRPr sz="6000" kern="1200">
                <a:solidFill>
                  <a:srgbClr val="000000"/>
                </a:solidFill>
                <a:latin typeface="+mj-lt"/>
                <a:ea typeface="+mj-ea"/>
                <a:cs typeface="+mj-cs"/>
              </a:defRPr>
            </a:lvl1pPr>
            <a:lvl2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r>
              <a:rPr lang="en-US" sz="4800" b="1" u="sng" dirty="0">
                <a:effectLst>
                  <a:outerShdw blurRad="38100" dist="38100" dir="2700000" algn="br" rotWithShape="0">
                    <a:srgbClr val="000000"/>
                  </a:outerShdw>
                </a:effectLst>
                <a:latin typeface="Arial"/>
              </a:rPr>
              <a:t>"</a:t>
            </a:r>
            <a:r>
              <a:rPr lang="en-US" sz="4800" b="1" u="sng" dirty="0" err="1">
                <a:effectLst>
                  <a:outerShdw blurRad="38100" dist="38100" dir="2700000" algn="br" rotWithShape="0">
                    <a:srgbClr val="000000"/>
                  </a:outerShdw>
                </a:effectLst>
                <a:cs typeface="Arial"/>
              </a:rPr>
              <a:t>উপনিষদ</a:t>
            </a:r>
            <a:r>
              <a:rPr lang="en-US" sz="4800" b="1" u="sng" dirty="0">
                <a:effectLst>
                  <a:outerShdw blurRad="38100" dist="38100" dir="2700000" algn="br" rotWithShape="0">
                    <a:srgbClr val="000000"/>
                  </a:outerShdw>
                </a:effectLst>
                <a:latin typeface="Arial"/>
              </a:rPr>
              <a:t>"</a:t>
            </a:r>
            <a:endParaRPr lang="en-US" sz="4800" b="1" u="sng" dirty="0">
              <a:effectLst>
                <a:outerShdw blurRad="38100" dist="38100" dir="2700000" algn="br" rotWithShape="0">
                  <a:srgbClr val="000000"/>
                </a:outerShdw>
              </a:effectLst>
            </a:endParaRPr>
          </a:p>
        </p:txBody>
      </p:sp>
      <p:sp>
        <p:nvSpPr>
          <p:cNvPr id="1048653" name="Rectangle 1048652"/>
          <p:cNvSpPr>
            <a:spLocks noGrp="1"/>
          </p:cNvSpPr>
          <p:nvPr/>
        </p:nvSpPr>
        <p:spPr>
          <a:xfrm>
            <a:off x="1306689" y="4183305"/>
            <a:ext cx="6530622" cy="1194058"/>
          </a:xfrm>
          <a:prstGeom prst="rect">
            <a:avLst/>
          </a:prstGeom>
        </p:spPr>
        <p:txBody>
          <a:bodyPr vert="horz" lIns="91440" tIns="45720" rIns="91440" bIns="45720" anchor="b"/>
          <a:lstStyle>
            <a:lvl1pPr algn="ctr" fontAlgn="base">
              <a:spcBef>
                <a:spcPct val="0"/>
              </a:spcBef>
              <a:spcAft>
                <a:spcPct val="0"/>
              </a:spcAft>
              <a:defRPr sz="6000" kern="1200">
                <a:solidFill>
                  <a:srgbClr val="000000"/>
                </a:solidFill>
                <a:latin typeface="+mj-lt"/>
                <a:ea typeface="+mj-ea"/>
                <a:cs typeface="+mj-cs"/>
              </a:defRPr>
            </a:lvl1pPr>
            <a:lvl2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r>
              <a:rPr lang="en-US" sz="4800" b="1" u="sng" dirty="0">
                <a:effectLst>
                  <a:outerShdw blurRad="38100" dist="38100" dir="2700000" algn="br" rotWithShape="0">
                    <a:srgbClr val="000000"/>
                  </a:outerShdw>
                </a:effectLst>
                <a:latin typeface="Arial"/>
              </a:rPr>
              <a:t>"</a:t>
            </a:r>
            <a:r>
              <a:rPr lang="en-US" sz="4800" b="1" u="sng" dirty="0" err="1">
                <a:effectLst>
                  <a:outerShdw blurRad="38100" dist="38100" dir="2700000" algn="br" rotWithShape="0">
                    <a:srgbClr val="000000"/>
                  </a:outerShdw>
                </a:effectLst>
                <a:latin typeface="Arial"/>
                <a:cs typeface="Arial"/>
              </a:rPr>
              <a:t>শ্রীমদ্ভগবদ্গীতা</a:t>
            </a:r>
            <a:r>
              <a:rPr lang="en-US" sz="4800" b="1" u="sng" dirty="0">
                <a:effectLst>
                  <a:outerShdw blurRad="38100" dist="38100" dir="2700000" algn="br" rotWithShape="0">
                    <a:srgbClr val="000000"/>
                  </a:outerShdw>
                </a:effectLst>
                <a:latin typeface="Arial"/>
              </a:rPr>
              <a:t>"</a:t>
            </a:r>
            <a:endParaRPr lang="en-US" sz="4800" b="1" u="sng" dirty="0">
              <a:effectLst>
                <a:outerShdw blurRad="38100" dist="38100" dir="2700000" algn="br" rotWithShape="0">
                  <a:srgbClr val="000000"/>
                </a:outerShdw>
              </a:effectL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3" name="Subtitle 1048642"/>
          <p:cNvSpPr>
            <a:spLocks noGrp="1"/>
          </p:cNvSpPr>
          <p:nvPr>
            <p:ph type="subTitle" idx="1"/>
          </p:nvPr>
        </p:nvSpPr>
        <p:spPr>
          <a:xfrm>
            <a:off x="-94828" y="1752869"/>
            <a:ext cx="9333656" cy="4682569"/>
          </a:xfrm>
        </p:spPr>
        <p:txBody>
          <a:bodyPr/>
          <a:lstStyle/>
          <a:p>
            <a:r>
              <a:rPr lang="en-US" sz="2800"/>
              <a:t>“সর্বতঃ পাণিপাদং তৎ সর্বতোহক্ষিশিরোমুখম্।</a:t>
            </a:r>
          </a:p>
          <a:p>
            <a:r>
              <a:rPr lang="en-US" sz="2800"/>
              <a:t>সর্বতঃ শ্রুতিমৎল্লোকে সর্বমাবৃত্য তিষ্ঠতি ॥</a:t>
            </a:r>
          </a:p>
          <a:p>
            <a:r>
              <a:rPr lang="en-US" sz="2800" b="1"/>
              <a:t>(গীতা১৩/১৪॥ শ্বেতাশ্বতর ৩/১৬)</a:t>
            </a:r>
          </a:p>
          <a:p>
            <a:endParaRPr lang="en-US" sz="2800"/>
          </a:p>
          <a:p>
            <a:r>
              <a:rPr lang="en-US" sz="2800"/>
              <a:t>সরলার্থঃ “সেই পরমাত্মা সর্বত্র হস্ত ও চরণ বিশিষ্ট অর্থাৎ অনন্ত বলবান এবং সর্বগত; সর্বত্র চক্ষু, মস্তক ও মুখ বিশিষ্ট অর্থাৎ সর্বদ্রষ্টা (সবার কর্মের সাক্ষী), সর্বজ্ঞ (অনন্ত জ্ঞানবান), সর্ববক্তা (অন্তর্যামীরুপে সবার উপদেষ্টা) এবং সর্বত্র শ্রুতিযুক্ত (সর্বদিকে শ্রবণ শক্তি সম্পন্ন)। তিনি জগতে সবকিছু আবৃত করে অর্থাৎ সবার মধ্যে পরিব্যপ্ত হয়ে অবস্থিত রয়েছেন।"</a:t>
            </a:r>
          </a:p>
          <a:p>
            <a:endParaRPr lang="en-US" sz="2800"/>
          </a:p>
        </p:txBody>
      </p:sp>
      <p:sp>
        <p:nvSpPr>
          <p:cNvPr id="1048644" name="Rectangle 1048643"/>
          <p:cNvSpPr>
            <a:spLocks noGrp="1"/>
          </p:cNvSpPr>
          <p:nvPr/>
        </p:nvSpPr>
        <p:spPr>
          <a:xfrm>
            <a:off x="1143000" y="68323"/>
            <a:ext cx="6530622" cy="1194058"/>
          </a:xfrm>
          <a:prstGeom prst="rect">
            <a:avLst/>
          </a:prstGeom>
        </p:spPr>
        <p:txBody>
          <a:bodyPr vert="horz" lIns="91440" tIns="45720" rIns="91440" bIns="45720" anchor="b"/>
          <a:lstStyle>
            <a:lvl1pPr algn="ctr" fontAlgn="base">
              <a:spcBef>
                <a:spcPct val="0"/>
              </a:spcBef>
              <a:spcAft>
                <a:spcPct val="0"/>
              </a:spcAft>
              <a:defRPr sz="6000" kern="1200">
                <a:solidFill>
                  <a:srgbClr val="000000"/>
                </a:solidFill>
                <a:latin typeface="+mj-lt"/>
                <a:ea typeface="+mj-ea"/>
                <a:cs typeface="+mj-cs"/>
              </a:defRPr>
            </a:lvl1pPr>
            <a:lvl2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r>
              <a:rPr lang="en-US" sz="4400" b="1" u="sng">
                <a:effectLst>
                  <a:outerShdw blurRad="38100" dist="38100" dir="2700000" algn="br" rotWithShape="0">
                    <a:srgbClr val="000000"/>
                  </a:outerShdw>
                </a:effectLst>
                <a:latin typeface="Arial"/>
              </a:rPr>
              <a:t>"শ্রীমদ্ভগবদ্গীতা"</a:t>
            </a:r>
            <a:endParaRPr lang="en-US" sz="4400" b="1" u="sng">
              <a:effectLst>
                <a:outerShdw blurRad="38100" dist="38100" dir="2700000" algn="br" rotWithShape="0">
                  <a:srgbClr val="000000"/>
                </a:outerShdw>
              </a:effectL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5" name="Subtitle 1048644"/>
          <p:cNvSpPr>
            <a:spLocks noGrp="1"/>
          </p:cNvSpPr>
          <p:nvPr>
            <p:ph type="subTitle" idx="1"/>
          </p:nvPr>
        </p:nvSpPr>
        <p:spPr>
          <a:xfrm>
            <a:off x="152400" y="1752600"/>
            <a:ext cx="8742884" cy="4343400"/>
          </a:xfrm>
        </p:spPr>
        <p:txBody>
          <a:bodyPr/>
          <a:lstStyle/>
          <a:p>
            <a:r>
              <a:rPr lang="en-US" dirty="0"/>
              <a:t>"</a:t>
            </a:r>
            <a:r>
              <a:rPr lang="en-US" dirty="0" err="1"/>
              <a:t>হে</a:t>
            </a:r>
            <a:r>
              <a:rPr lang="en-US" dirty="0"/>
              <a:t> </a:t>
            </a:r>
            <a:r>
              <a:rPr lang="en-US" dirty="0" err="1"/>
              <a:t>মনুষ্যগণ</a:t>
            </a:r>
            <a:r>
              <a:rPr lang="en-US" dirty="0"/>
              <a:t>! </a:t>
            </a:r>
            <a:r>
              <a:rPr lang="en-US" dirty="0" err="1"/>
              <a:t>যে</a:t>
            </a:r>
            <a:r>
              <a:rPr lang="en-US" dirty="0"/>
              <a:t> </a:t>
            </a:r>
            <a:r>
              <a:rPr lang="en-US" dirty="0" err="1"/>
              <a:t>বিদ্বান</a:t>
            </a:r>
            <a:r>
              <a:rPr lang="en-US" dirty="0"/>
              <a:t> </a:t>
            </a:r>
            <a:r>
              <a:rPr lang="en-US" dirty="0" err="1"/>
              <a:t>ব্যাক্তি</a:t>
            </a:r>
            <a:r>
              <a:rPr lang="en-US" dirty="0"/>
              <a:t> </a:t>
            </a:r>
            <a:r>
              <a:rPr lang="en-US" dirty="0" err="1"/>
              <a:t>যোগাভ্যাসের</a:t>
            </a:r>
            <a:r>
              <a:rPr lang="en-US" dirty="0"/>
              <a:t> </a:t>
            </a:r>
            <a:r>
              <a:rPr lang="en-US" dirty="0" err="1"/>
              <a:t>দ্বারা</a:t>
            </a:r>
            <a:r>
              <a:rPr lang="en-US" dirty="0"/>
              <a:t> </a:t>
            </a:r>
            <a:r>
              <a:rPr lang="en-US" b="1" dirty="0" err="1"/>
              <a:t>পরমাত্মার</a:t>
            </a:r>
            <a:r>
              <a:rPr lang="en-US" b="1" dirty="0"/>
              <a:t> </a:t>
            </a:r>
            <a:r>
              <a:rPr lang="en-US" b="1" dirty="0" err="1"/>
              <a:t>মধ্যেই</a:t>
            </a:r>
            <a:r>
              <a:rPr lang="en-US" b="1" dirty="0"/>
              <a:t> </a:t>
            </a:r>
            <a:r>
              <a:rPr lang="en-US" b="1" dirty="0" err="1"/>
              <a:t>প্রাণী</a:t>
            </a:r>
            <a:r>
              <a:rPr lang="en-US" b="1" dirty="0"/>
              <a:t> </a:t>
            </a:r>
            <a:r>
              <a:rPr lang="en-US" b="1" dirty="0" err="1"/>
              <a:t>অপ্রাণী</a:t>
            </a:r>
            <a:r>
              <a:rPr lang="en-US" b="1" dirty="0"/>
              <a:t> </a:t>
            </a:r>
            <a:r>
              <a:rPr lang="en-US" b="1" dirty="0" err="1"/>
              <a:t>সকলকে</a:t>
            </a:r>
            <a:r>
              <a:rPr lang="en-US" b="1" dirty="0"/>
              <a:t> </a:t>
            </a:r>
            <a:r>
              <a:rPr lang="en-US" b="1" dirty="0" err="1"/>
              <a:t>দর্শন</a:t>
            </a:r>
            <a:r>
              <a:rPr lang="en-US" b="1" dirty="0"/>
              <a:t> </a:t>
            </a:r>
            <a:r>
              <a:rPr lang="en-US" b="1" dirty="0" err="1"/>
              <a:t>করেন</a:t>
            </a:r>
            <a:r>
              <a:rPr lang="en-US" b="1" dirty="0"/>
              <a:t> </a:t>
            </a:r>
            <a:r>
              <a:rPr lang="en-US" b="1" dirty="0" err="1"/>
              <a:t>এবং</a:t>
            </a:r>
            <a:r>
              <a:rPr lang="en-US" b="1" dirty="0"/>
              <a:t> </a:t>
            </a:r>
            <a:r>
              <a:rPr lang="en-US" b="1" dirty="0" err="1"/>
              <a:t>চরাচর</a:t>
            </a:r>
            <a:r>
              <a:rPr lang="en-US" b="1" dirty="0"/>
              <a:t> </a:t>
            </a:r>
            <a:r>
              <a:rPr lang="en-US" b="1" dirty="0" err="1"/>
              <a:t>স্থিত</a:t>
            </a:r>
            <a:r>
              <a:rPr lang="en-US" b="1" dirty="0"/>
              <a:t> </a:t>
            </a:r>
            <a:r>
              <a:rPr lang="en-US" b="1" dirty="0" err="1"/>
              <a:t>সকল</a:t>
            </a:r>
            <a:r>
              <a:rPr lang="en-US" b="1" dirty="0"/>
              <a:t> </a:t>
            </a:r>
            <a:r>
              <a:rPr lang="en-US" b="1" dirty="0" err="1"/>
              <a:t>বস্তুর</a:t>
            </a:r>
            <a:r>
              <a:rPr lang="en-US" b="1" dirty="0"/>
              <a:t> </a:t>
            </a:r>
            <a:r>
              <a:rPr lang="en-US" b="1" dirty="0" err="1"/>
              <a:t>মাঝে</a:t>
            </a:r>
            <a:r>
              <a:rPr lang="en-US" b="1" dirty="0"/>
              <a:t> </a:t>
            </a:r>
            <a:r>
              <a:rPr lang="en-US" b="1" dirty="0" err="1"/>
              <a:t>পরমাত্মাকে</a:t>
            </a:r>
            <a:r>
              <a:rPr lang="en-US" b="1" dirty="0"/>
              <a:t> </a:t>
            </a:r>
            <a:r>
              <a:rPr lang="en-US" b="1" dirty="0" err="1"/>
              <a:t>দর্শন</a:t>
            </a:r>
            <a:r>
              <a:rPr lang="en-US" b="1" dirty="0"/>
              <a:t> </a:t>
            </a:r>
            <a:r>
              <a:rPr lang="en-US" b="1" dirty="0" err="1"/>
              <a:t>করেন</a:t>
            </a:r>
            <a:r>
              <a:rPr lang="en-US" dirty="0"/>
              <a:t>, </a:t>
            </a:r>
            <a:r>
              <a:rPr lang="en-US" dirty="0" err="1"/>
              <a:t>সে</a:t>
            </a:r>
            <a:r>
              <a:rPr lang="en-US" dirty="0"/>
              <a:t> </a:t>
            </a:r>
            <a:r>
              <a:rPr lang="en-US" dirty="0" err="1"/>
              <a:t>ব্যক্তি</a:t>
            </a:r>
            <a:r>
              <a:rPr lang="en-US" dirty="0"/>
              <a:t> </a:t>
            </a:r>
            <a:r>
              <a:rPr lang="en-US" dirty="0" err="1"/>
              <a:t>ঐরুপ</a:t>
            </a:r>
            <a:r>
              <a:rPr lang="en-US" dirty="0"/>
              <a:t> </a:t>
            </a:r>
            <a:r>
              <a:rPr lang="en-US" dirty="0" err="1"/>
              <a:t>দর্শনের</a:t>
            </a:r>
            <a:r>
              <a:rPr lang="en-US" dirty="0"/>
              <a:t> </a:t>
            </a:r>
            <a:r>
              <a:rPr lang="en-US" dirty="0" err="1"/>
              <a:t>পর</a:t>
            </a:r>
            <a:r>
              <a:rPr lang="en-US" dirty="0"/>
              <a:t> </a:t>
            </a:r>
            <a:r>
              <a:rPr lang="en-US" b="1" dirty="0" err="1"/>
              <a:t>সংশয়গ্রস্ত</a:t>
            </a:r>
            <a:r>
              <a:rPr lang="en-US" b="1" dirty="0"/>
              <a:t> </a:t>
            </a:r>
            <a:r>
              <a:rPr lang="en-US" b="1" dirty="0" err="1"/>
              <a:t>হন</a:t>
            </a:r>
            <a:r>
              <a:rPr lang="en-US" b="1" dirty="0"/>
              <a:t> </a:t>
            </a:r>
            <a:r>
              <a:rPr lang="en-US" b="1" dirty="0" err="1"/>
              <a:t>না</a:t>
            </a:r>
            <a:r>
              <a:rPr lang="en-US" b="1" dirty="0"/>
              <a:t>।</a:t>
            </a:r>
            <a:r>
              <a:rPr lang="en-US" dirty="0"/>
              <a:t>“ (ঈশঃ৬)</a:t>
            </a:r>
          </a:p>
          <a:p>
            <a:endParaRPr lang="en-US" dirty="0"/>
          </a:p>
          <a:p>
            <a:r>
              <a:rPr lang="en-US" dirty="0"/>
              <a:t>"</a:t>
            </a:r>
            <a:r>
              <a:rPr lang="en-US" dirty="0" err="1"/>
              <a:t>যিনি</a:t>
            </a:r>
            <a:r>
              <a:rPr lang="en-US" dirty="0"/>
              <a:t> </a:t>
            </a:r>
            <a:r>
              <a:rPr lang="en-US" dirty="0" err="1"/>
              <a:t>বিনাশশীল</a:t>
            </a:r>
            <a:r>
              <a:rPr lang="en-US" dirty="0"/>
              <a:t> </a:t>
            </a:r>
            <a:r>
              <a:rPr lang="en-US" b="1" dirty="0" err="1"/>
              <a:t>সকল</a:t>
            </a:r>
            <a:r>
              <a:rPr lang="en-US" b="1" dirty="0"/>
              <a:t> </a:t>
            </a:r>
            <a:r>
              <a:rPr lang="en-US" b="1" dirty="0" err="1"/>
              <a:t>চরাচর</a:t>
            </a:r>
            <a:r>
              <a:rPr lang="en-US" b="1" dirty="0"/>
              <a:t> </a:t>
            </a:r>
            <a:r>
              <a:rPr lang="en-US" b="1" dirty="0" err="1"/>
              <a:t>স্থিত</a:t>
            </a:r>
            <a:r>
              <a:rPr lang="en-US" b="1" dirty="0"/>
              <a:t> </a:t>
            </a:r>
            <a:r>
              <a:rPr lang="en-US" b="1" dirty="0" err="1"/>
              <a:t>বস্তু</a:t>
            </a:r>
            <a:r>
              <a:rPr lang="en-US" b="1" dirty="0"/>
              <a:t> ও </a:t>
            </a:r>
            <a:r>
              <a:rPr lang="en-US" b="1" dirty="0" err="1"/>
              <a:t>প্রাণিগণের</a:t>
            </a:r>
            <a:r>
              <a:rPr lang="en-US" b="1" dirty="0"/>
              <a:t> </a:t>
            </a:r>
            <a:r>
              <a:rPr lang="en-US" b="1" dirty="0" err="1"/>
              <a:t>মধ্যে</a:t>
            </a:r>
            <a:r>
              <a:rPr lang="en-US" b="1" dirty="0"/>
              <a:t> </a:t>
            </a:r>
            <a:r>
              <a:rPr lang="en-US" b="1" dirty="0" err="1"/>
              <a:t>পরমেশ্বরকে</a:t>
            </a:r>
            <a:r>
              <a:rPr lang="en-US" dirty="0"/>
              <a:t> </a:t>
            </a:r>
            <a:r>
              <a:rPr lang="en-US" dirty="0" err="1"/>
              <a:t>অবিনাশী</a:t>
            </a:r>
            <a:r>
              <a:rPr lang="en-US" dirty="0"/>
              <a:t> </a:t>
            </a:r>
            <a:r>
              <a:rPr lang="en-US" dirty="0" err="1"/>
              <a:t>এবং</a:t>
            </a:r>
            <a:r>
              <a:rPr lang="en-US" dirty="0"/>
              <a:t> </a:t>
            </a:r>
            <a:r>
              <a:rPr lang="en-US" dirty="0" err="1"/>
              <a:t>সমানভাবে</a:t>
            </a:r>
            <a:r>
              <a:rPr lang="en-US" dirty="0"/>
              <a:t> </a:t>
            </a:r>
            <a:r>
              <a:rPr lang="en-US" dirty="0" err="1"/>
              <a:t>স্থিত</a:t>
            </a:r>
            <a:r>
              <a:rPr lang="en-US" dirty="0"/>
              <a:t> </a:t>
            </a:r>
            <a:r>
              <a:rPr lang="en-US" dirty="0" err="1"/>
              <a:t>দর্শন</a:t>
            </a:r>
            <a:r>
              <a:rPr lang="en-US" dirty="0"/>
              <a:t> </a:t>
            </a:r>
            <a:r>
              <a:rPr lang="en-US" dirty="0" err="1"/>
              <a:t>করেন</a:t>
            </a:r>
            <a:r>
              <a:rPr lang="en-US" dirty="0"/>
              <a:t> </a:t>
            </a:r>
            <a:r>
              <a:rPr lang="en-US" dirty="0" err="1"/>
              <a:t>তিনি</a:t>
            </a:r>
            <a:r>
              <a:rPr lang="en-US" dirty="0"/>
              <a:t> </a:t>
            </a:r>
            <a:r>
              <a:rPr lang="en-US" b="1" dirty="0" err="1"/>
              <a:t>যথার্থ</a:t>
            </a:r>
            <a:r>
              <a:rPr lang="en-US" b="1" dirty="0"/>
              <a:t> </a:t>
            </a:r>
            <a:r>
              <a:rPr lang="en-US" b="1" dirty="0" err="1"/>
              <a:t>দর্শন</a:t>
            </a:r>
            <a:r>
              <a:rPr lang="en-US" b="1" dirty="0"/>
              <a:t> </a:t>
            </a:r>
            <a:r>
              <a:rPr lang="en-US" b="1" dirty="0" err="1"/>
              <a:t>করেন</a:t>
            </a:r>
            <a:r>
              <a:rPr lang="en-US" b="1" dirty="0"/>
              <a:t>। </a:t>
            </a:r>
            <a:r>
              <a:rPr lang="en-US" dirty="0" err="1"/>
              <a:t>যেহেতু</a:t>
            </a:r>
            <a:r>
              <a:rPr lang="en-US" dirty="0"/>
              <a:t> </a:t>
            </a:r>
            <a:r>
              <a:rPr lang="en-US" dirty="0" err="1"/>
              <a:t>সেই</a:t>
            </a:r>
            <a:r>
              <a:rPr lang="en-US" dirty="0"/>
              <a:t> </a:t>
            </a:r>
            <a:r>
              <a:rPr lang="en-US" dirty="0" err="1"/>
              <a:t>মানুষ</a:t>
            </a:r>
            <a:r>
              <a:rPr lang="en-US" dirty="0"/>
              <a:t> </a:t>
            </a:r>
            <a:r>
              <a:rPr lang="en-US" dirty="0" err="1"/>
              <a:t>সর্বত্র</a:t>
            </a:r>
            <a:r>
              <a:rPr lang="en-US" dirty="0"/>
              <a:t> </a:t>
            </a:r>
            <a:r>
              <a:rPr lang="en-US" dirty="0" err="1"/>
              <a:t>সমান</a:t>
            </a:r>
            <a:r>
              <a:rPr lang="en-US" dirty="0"/>
              <a:t> ও </a:t>
            </a:r>
            <a:r>
              <a:rPr lang="en-US" dirty="0" err="1"/>
              <a:t>সমভাবে</a:t>
            </a:r>
            <a:r>
              <a:rPr lang="en-US" dirty="0"/>
              <a:t> </a:t>
            </a:r>
            <a:r>
              <a:rPr lang="en-US" dirty="0" err="1"/>
              <a:t>স্থিত</a:t>
            </a:r>
            <a:r>
              <a:rPr lang="en-US" dirty="0"/>
              <a:t> </a:t>
            </a:r>
            <a:r>
              <a:rPr lang="en-US" dirty="0" err="1"/>
              <a:t>ঈশ্বরকে</a:t>
            </a:r>
            <a:r>
              <a:rPr lang="en-US" dirty="0"/>
              <a:t> </a:t>
            </a:r>
            <a:r>
              <a:rPr lang="en-US" dirty="0" err="1"/>
              <a:t>দর্ষণ</a:t>
            </a:r>
            <a:r>
              <a:rPr lang="en-US" dirty="0"/>
              <a:t> </a:t>
            </a:r>
            <a:r>
              <a:rPr lang="en-US" dirty="0" err="1"/>
              <a:t>করে</a:t>
            </a:r>
            <a:r>
              <a:rPr lang="en-US" dirty="0"/>
              <a:t> </a:t>
            </a:r>
            <a:r>
              <a:rPr lang="en-US" dirty="0" err="1"/>
              <a:t>আত্মার</a:t>
            </a:r>
            <a:r>
              <a:rPr lang="en-US" dirty="0"/>
              <a:t> </a:t>
            </a:r>
            <a:r>
              <a:rPr lang="en-US" dirty="0" err="1"/>
              <a:t>দ্বারা</a:t>
            </a:r>
            <a:r>
              <a:rPr lang="en-US" dirty="0"/>
              <a:t> </a:t>
            </a:r>
            <a:r>
              <a:rPr lang="en-US" dirty="0" err="1"/>
              <a:t>আত্মাকে</a:t>
            </a:r>
            <a:r>
              <a:rPr lang="en-US" dirty="0"/>
              <a:t> </a:t>
            </a:r>
            <a:r>
              <a:rPr lang="en-US" dirty="0" err="1"/>
              <a:t>হিংসা</a:t>
            </a:r>
            <a:r>
              <a:rPr lang="en-US" dirty="0"/>
              <a:t> </a:t>
            </a:r>
            <a:r>
              <a:rPr lang="en-US" dirty="0" err="1"/>
              <a:t>করেন</a:t>
            </a:r>
            <a:r>
              <a:rPr lang="en-US" dirty="0"/>
              <a:t> </a:t>
            </a:r>
            <a:r>
              <a:rPr lang="en-US" dirty="0" err="1"/>
              <a:t>না</a:t>
            </a:r>
            <a:r>
              <a:rPr lang="en-US" dirty="0"/>
              <a:t>, </a:t>
            </a:r>
            <a:r>
              <a:rPr lang="en-US" dirty="0" err="1"/>
              <a:t>সেহেতু</a:t>
            </a:r>
            <a:r>
              <a:rPr lang="en-US" dirty="0"/>
              <a:t> </a:t>
            </a:r>
            <a:r>
              <a:rPr lang="en-US" dirty="0" err="1"/>
              <a:t>তিনি</a:t>
            </a:r>
            <a:r>
              <a:rPr lang="en-US" dirty="0"/>
              <a:t> </a:t>
            </a:r>
            <a:r>
              <a:rPr lang="en-US" dirty="0" err="1"/>
              <a:t>পরম</a:t>
            </a:r>
            <a:r>
              <a:rPr lang="en-US" dirty="0"/>
              <a:t> </a:t>
            </a:r>
            <a:r>
              <a:rPr lang="en-US" dirty="0" err="1"/>
              <a:t>গতি</a:t>
            </a:r>
            <a:r>
              <a:rPr lang="en-US" dirty="0"/>
              <a:t> </a:t>
            </a:r>
            <a:r>
              <a:rPr lang="en-US" dirty="0" err="1"/>
              <a:t>প্রাপ্ত</a:t>
            </a:r>
            <a:r>
              <a:rPr lang="en-US" dirty="0"/>
              <a:t> </a:t>
            </a:r>
            <a:r>
              <a:rPr lang="en-US" dirty="0" err="1"/>
              <a:t>হন</a:t>
            </a:r>
            <a:r>
              <a:rPr lang="en-US" dirty="0"/>
              <a:t>।“ (</a:t>
            </a:r>
            <a:r>
              <a:rPr lang="en-US" dirty="0" err="1"/>
              <a:t>শ্রীমদ্ভগবদ্গীতা</a:t>
            </a:r>
            <a:r>
              <a:rPr lang="en-US" dirty="0"/>
              <a:t> ১৩/২৮-২৯)</a:t>
            </a:r>
          </a:p>
        </p:txBody>
      </p:sp>
      <p:sp>
        <p:nvSpPr>
          <p:cNvPr id="1048646" name="Rectangle 1048645"/>
          <p:cNvSpPr>
            <a:spLocks noGrp="1"/>
          </p:cNvSpPr>
          <p:nvPr/>
        </p:nvSpPr>
        <p:spPr>
          <a:xfrm>
            <a:off x="1143000" y="68323"/>
            <a:ext cx="6530622" cy="1194058"/>
          </a:xfrm>
          <a:prstGeom prst="rect">
            <a:avLst/>
          </a:prstGeom>
        </p:spPr>
        <p:txBody>
          <a:bodyPr vert="horz" lIns="91440" tIns="45720" rIns="91440" bIns="45720" anchor="b"/>
          <a:lstStyle>
            <a:lvl1pPr algn="ctr" fontAlgn="base">
              <a:spcBef>
                <a:spcPct val="0"/>
              </a:spcBef>
              <a:spcAft>
                <a:spcPct val="0"/>
              </a:spcAft>
              <a:defRPr sz="6000" kern="1200">
                <a:solidFill>
                  <a:srgbClr val="000000"/>
                </a:solidFill>
                <a:latin typeface="+mj-lt"/>
                <a:ea typeface="+mj-ea"/>
                <a:cs typeface="+mj-cs"/>
              </a:defRPr>
            </a:lvl1pPr>
            <a:lvl2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r>
              <a:rPr lang="en-US" sz="4400" b="1" u="sng">
                <a:effectLst>
                  <a:outerShdw blurRad="38100" dist="38100" dir="2700000" algn="br" rotWithShape="0">
                    <a:srgbClr val="000000"/>
                  </a:outerShdw>
                </a:effectLst>
                <a:latin typeface="Arial"/>
              </a:rPr>
              <a:t>"</a:t>
            </a:r>
            <a:r>
              <a:rPr lang="en-US" sz="4400" b="1" u="sng">
                <a:effectLst>
                  <a:outerShdw blurRad="38100" dist="38100" dir="2700000" algn="br" rotWithShape="0">
                    <a:srgbClr val="000000"/>
                  </a:outerShdw>
                </a:effectLst>
                <a:latin typeface="Arial"/>
                <a:cs typeface="Arial"/>
              </a:rPr>
              <a:t>শ্রীমদ্ভগবদ্গীতা</a:t>
            </a:r>
            <a:r>
              <a:rPr lang="en-US" sz="4400" b="1" u="sng">
                <a:effectLst>
                  <a:outerShdw blurRad="38100" dist="38100" dir="2700000" algn="br" rotWithShape="0">
                    <a:srgbClr val="000000"/>
                  </a:outerShdw>
                </a:effectLst>
                <a:latin typeface="Arial"/>
              </a:rPr>
              <a:t>"</a:t>
            </a:r>
            <a:endParaRPr lang="en-US" sz="4400" b="1" u="sng">
              <a:effectLst>
                <a:outerShdw blurRad="38100" dist="38100" dir="2700000" algn="br" rotWithShape="0">
                  <a:srgbClr val="000000"/>
                </a:outerShdw>
              </a:effectLs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Subtitle 1048646"/>
          <p:cNvSpPr>
            <a:spLocks noGrp="1"/>
          </p:cNvSpPr>
          <p:nvPr>
            <p:ph type="subTitle" idx="1"/>
          </p:nvPr>
        </p:nvSpPr>
        <p:spPr>
          <a:xfrm>
            <a:off x="216574" y="1567873"/>
            <a:ext cx="8710851" cy="5061527"/>
          </a:xfrm>
        </p:spPr>
        <p:txBody>
          <a:bodyPr/>
          <a:lstStyle/>
          <a:p>
            <a:r>
              <a:rPr lang="en-US" sz="2800" dirty="0"/>
              <a:t>"</a:t>
            </a:r>
            <a:r>
              <a:rPr lang="en-US" sz="2800" dirty="0" err="1"/>
              <a:t>ভগবান</a:t>
            </a:r>
            <a:r>
              <a:rPr lang="en-US" sz="2800" dirty="0"/>
              <a:t> </a:t>
            </a:r>
            <a:r>
              <a:rPr lang="en-US" sz="2800" dirty="0" err="1"/>
              <a:t>বললেন</a:t>
            </a:r>
            <a:r>
              <a:rPr lang="en-US" sz="2800" dirty="0"/>
              <a:t>- </a:t>
            </a:r>
            <a:r>
              <a:rPr lang="en-US" sz="2800" b="1" dirty="0" err="1"/>
              <a:t>উর্ধ্বমূল</a:t>
            </a:r>
            <a:r>
              <a:rPr lang="en-US" sz="2800" b="1" dirty="0"/>
              <a:t> </a:t>
            </a:r>
            <a:r>
              <a:rPr lang="en-US" sz="2800" b="1" dirty="0" err="1"/>
              <a:t>এবং</a:t>
            </a:r>
            <a:r>
              <a:rPr lang="en-US" sz="2800" b="1" dirty="0"/>
              <a:t> </a:t>
            </a:r>
            <a:r>
              <a:rPr lang="en-US" sz="2800" b="1" dirty="0" err="1"/>
              <a:t>অধঃশাখা</a:t>
            </a:r>
            <a:r>
              <a:rPr lang="en-US" sz="2800" b="1" dirty="0"/>
              <a:t> </a:t>
            </a:r>
            <a:r>
              <a:rPr lang="en-US" sz="2800" b="1" dirty="0" err="1"/>
              <a:t>বিশিষ্ঠ</a:t>
            </a:r>
            <a:r>
              <a:rPr lang="en-US" sz="2800" b="1" dirty="0"/>
              <a:t> </a:t>
            </a:r>
            <a:r>
              <a:rPr lang="en-US" sz="2800" b="1" dirty="0" err="1"/>
              <a:t>একটি</a:t>
            </a:r>
            <a:r>
              <a:rPr lang="en-US" sz="2800" b="1" dirty="0"/>
              <a:t> </a:t>
            </a:r>
            <a:r>
              <a:rPr lang="en-US" sz="2800" b="1" dirty="0" err="1"/>
              <a:t>অশ্বত্থবৃক্ষ</a:t>
            </a:r>
            <a:r>
              <a:rPr lang="en-US" sz="2800" b="1" dirty="0"/>
              <a:t> </a:t>
            </a:r>
            <a:r>
              <a:rPr lang="en-US" sz="2800" dirty="0" err="1"/>
              <a:t>রয়েছে</a:t>
            </a:r>
            <a:r>
              <a:rPr lang="en-US" sz="2800" dirty="0"/>
              <a:t>, </a:t>
            </a:r>
            <a:r>
              <a:rPr lang="en-US" sz="2800" dirty="0" err="1"/>
              <a:t>বৈদিক</a:t>
            </a:r>
            <a:r>
              <a:rPr lang="en-US" sz="2800" dirty="0"/>
              <a:t> </a:t>
            </a:r>
            <a:r>
              <a:rPr lang="en-US" sz="2800" dirty="0" err="1"/>
              <a:t>মন্ত্রসমূহ</a:t>
            </a:r>
            <a:r>
              <a:rPr lang="en-US" sz="2800" dirty="0"/>
              <a:t> </a:t>
            </a:r>
            <a:r>
              <a:rPr lang="en-US" sz="2800" dirty="0" err="1"/>
              <a:t>সেই</a:t>
            </a:r>
            <a:r>
              <a:rPr lang="en-US" sz="2800" dirty="0"/>
              <a:t> </a:t>
            </a:r>
            <a:r>
              <a:rPr lang="en-US" sz="2800" dirty="0" err="1"/>
              <a:t>বৃক্ষের</a:t>
            </a:r>
            <a:r>
              <a:rPr lang="en-US" sz="2800" dirty="0"/>
              <a:t> </a:t>
            </a:r>
            <a:r>
              <a:rPr lang="en-US" sz="2800" dirty="0" err="1"/>
              <a:t>পত্রস্বরুপ</a:t>
            </a:r>
            <a:r>
              <a:rPr lang="en-US" sz="2800" dirty="0"/>
              <a:t>। </a:t>
            </a:r>
            <a:r>
              <a:rPr lang="en-US" sz="2800" dirty="0" err="1"/>
              <a:t>যিনি</a:t>
            </a:r>
            <a:r>
              <a:rPr lang="en-US" sz="2800" dirty="0"/>
              <a:t> </a:t>
            </a:r>
            <a:r>
              <a:rPr lang="en-US" sz="2800" dirty="0" err="1"/>
              <a:t>এই</a:t>
            </a:r>
            <a:r>
              <a:rPr lang="en-US" sz="2800" dirty="0"/>
              <a:t> </a:t>
            </a:r>
            <a:r>
              <a:rPr lang="en-US" sz="2800" dirty="0" err="1"/>
              <a:t>বৃক্ষটিকে</a:t>
            </a:r>
            <a:r>
              <a:rPr lang="en-US" sz="2800" dirty="0"/>
              <a:t> </a:t>
            </a:r>
            <a:r>
              <a:rPr lang="en-US" sz="2800" dirty="0" err="1"/>
              <a:t>ভালভাবে</a:t>
            </a:r>
            <a:r>
              <a:rPr lang="en-US" sz="2800" dirty="0"/>
              <a:t> </a:t>
            </a:r>
            <a:r>
              <a:rPr lang="en-US" sz="2800" dirty="0" err="1"/>
              <a:t>জানেন</a:t>
            </a:r>
            <a:r>
              <a:rPr lang="en-US" sz="2800" dirty="0"/>
              <a:t> </a:t>
            </a:r>
            <a:r>
              <a:rPr lang="en-US" sz="2800" dirty="0" err="1"/>
              <a:t>তিনিই</a:t>
            </a:r>
            <a:r>
              <a:rPr lang="en-US" sz="2800" dirty="0"/>
              <a:t> </a:t>
            </a:r>
            <a:r>
              <a:rPr lang="en-US" sz="2800" dirty="0" err="1"/>
              <a:t>বেদবিদ</a:t>
            </a:r>
            <a:r>
              <a:rPr lang="en-US" sz="2800" dirty="0"/>
              <a:t>।"(</a:t>
            </a:r>
            <a:r>
              <a:rPr lang="en-US" sz="2800" dirty="0" err="1"/>
              <a:t>গীতা</a:t>
            </a:r>
            <a:r>
              <a:rPr lang="en-US" sz="2800" dirty="0"/>
              <a:t> ১৫.১)</a:t>
            </a:r>
          </a:p>
          <a:p>
            <a:endParaRPr lang="en-US" sz="2800" dirty="0"/>
          </a:p>
          <a:p>
            <a:r>
              <a:rPr lang="en-US" sz="2800" dirty="0"/>
              <a:t>"</a:t>
            </a:r>
            <a:r>
              <a:rPr lang="en-US" sz="2800" b="1" dirty="0" err="1"/>
              <a:t>ঊর্ধ্বদিকে</a:t>
            </a:r>
            <a:r>
              <a:rPr lang="en-US" sz="2800" b="1" dirty="0"/>
              <a:t> </a:t>
            </a:r>
            <a:r>
              <a:rPr lang="en-US" sz="2800" b="1" dirty="0" err="1"/>
              <a:t>মূল</a:t>
            </a:r>
            <a:r>
              <a:rPr lang="en-US" sz="2800" b="1" dirty="0"/>
              <a:t> </a:t>
            </a:r>
            <a:r>
              <a:rPr lang="en-US" sz="2800" b="1" dirty="0" err="1"/>
              <a:t>এবং</a:t>
            </a:r>
            <a:r>
              <a:rPr lang="en-US" sz="2800" b="1" dirty="0"/>
              <a:t> </a:t>
            </a:r>
            <a:r>
              <a:rPr lang="en-US" sz="2800" b="1" dirty="0" err="1"/>
              <a:t>নিম্নদিকে</a:t>
            </a:r>
            <a:r>
              <a:rPr lang="en-US" sz="2800" b="1" dirty="0"/>
              <a:t> </a:t>
            </a:r>
            <a:r>
              <a:rPr lang="en-US" sz="2800" b="1" dirty="0" err="1"/>
              <a:t>শাখা</a:t>
            </a:r>
            <a:r>
              <a:rPr lang="en-US" sz="2800" b="1" dirty="0"/>
              <a:t> </a:t>
            </a:r>
            <a:r>
              <a:rPr lang="en-US" sz="2800" b="1" dirty="0" err="1"/>
              <a:t>বিশিষ্ট</a:t>
            </a:r>
            <a:r>
              <a:rPr lang="en-US" sz="2800" dirty="0"/>
              <a:t> </a:t>
            </a:r>
            <a:r>
              <a:rPr lang="en-US" sz="2800" dirty="0" err="1"/>
              <a:t>এই</a:t>
            </a:r>
            <a:r>
              <a:rPr lang="en-US" sz="2800" dirty="0"/>
              <a:t> </a:t>
            </a:r>
            <a:r>
              <a:rPr lang="en-US" sz="2800" dirty="0" err="1"/>
              <a:t>অনিত্য</a:t>
            </a:r>
            <a:r>
              <a:rPr lang="en-US" sz="2800" dirty="0"/>
              <a:t> </a:t>
            </a:r>
            <a:r>
              <a:rPr lang="en-US" sz="2800" dirty="0" err="1"/>
              <a:t>সংসার</a:t>
            </a:r>
            <a:r>
              <a:rPr lang="en-US" sz="2800" dirty="0"/>
              <a:t> </a:t>
            </a:r>
            <a:r>
              <a:rPr lang="en-US" sz="2800" dirty="0" err="1"/>
              <a:t>রূপ</a:t>
            </a:r>
            <a:r>
              <a:rPr lang="en-US" sz="2800" dirty="0"/>
              <a:t> </a:t>
            </a:r>
            <a:r>
              <a:rPr lang="en-US" sz="2800" dirty="0" err="1"/>
              <a:t>বৃক্ষ</a:t>
            </a:r>
            <a:r>
              <a:rPr lang="en-US" sz="2800" dirty="0"/>
              <a:t> </a:t>
            </a:r>
            <a:r>
              <a:rPr lang="en-US" sz="2800" dirty="0" err="1"/>
              <a:t>প্রবাহ</a:t>
            </a:r>
            <a:r>
              <a:rPr lang="en-US" sz="2800" dirty="0"/>
              <a:t> </a:t>
            </a:r>
            <a:r>
              <a:rPr lang="en-US" sz="2800" dirty="0" err="1"/>
              <a:t>দ্বারা</a:t>
            </a:r>
            <a:r>
              <a:rPr lang="en-US" sz="2800" dirty="0"/>
              <a:t> </a:t>
            </a:r>
            <a:r>
              <a:rPr lang="en-US" sz="2800" dirty="0" err="1"/>
              <a:t>অনাদি</a:t>
            </a:r>
            <a:r>
              <a:rPr lang="en-US" sz="2800" dirty="0"/>
              <a:t>, </a:t>
            </a:r>
            <a:r>
              <a:rPr lang="en-US" sz="2800" dirty="0" err="1"/>
              <a:t>এই</a:t>
            </a:r>
            <a:r>
              <a:rPr lang="en-US" sz="2800" dirty="0"/>
              <a:t> </a:t>
            </a:r>
            <a:r>
              <a:rPr lang="en-US" sz="2800" dirty="0" err="1"/>
              <a:t>বৃক্ষ</a:t>
            </a:r>
            <a:r>
              <a:rPr lang="en-US" sz="2800" dirty="0"/>
              <a:t> </a:t>
            </a:r>
            <a:r>
              <a:rPr lang="en-US" sz="2800" dirty="0" err="1"/>
              <a:t>যার</a:t>
            </a:r>
            <a:r>
              <a:rPr lang="en-US" sz="2800" dirty="0"/>
              <a:t> </a:t>
            </a:r>
            <a:r>
              <a:rPr lang="en-US" sz="2800" dirty="0" err="1"/>
              <a:t>আঁধারে</a:t>
            </a:r>
            <a:r>
              <a:rPr lang="en-US" sz="2800" dirty="0"/>
              <a:t> </a:t>
            </a:r>
            <a:r>
              <a:rPr lang="en-US" sz="2800" dirty="0" err="1"/>
              <a:t>স্থিত</a:t>
            </a:r>
            <a:r>
              <a:rPr lang="en-US" sz="2800" dirty="0"/>
              <a:t> </a:t>
            </a:r>
            <a:r>
              <a:rPr lang="en-US" sz="2800" dirty="0" err="1"/>
              <a:t>তিনিই</a:t>
            </a:r>
            <a:r>
              <a:rPr lang="en-US" sz="2800" dirty="0"/>
              <a:t> </a:t>
            </a:r>
            <a:r>
              <a:rPr lang="en-US" sz="2800" dirty="0" err="1"/>
              <a:t>পরম</a:t>
            </a:r>
            <a:r>
              <a:rPr lang="en-US" sz="2800" dirty="0"/>
              <a:t> </a:t>
            </a:r>
            <a:r>
              <a:rPr lang="en-US" sz="2800" dirty="0" err="1"/>
              <a:t>পবিত্র</a:t>
            </a:r>
            <a:r>
              <a:rPr lang="en-US" sz="2800" dirty="0"/>
              <a:t>, </a:t>
            </a:r>
            <a:r>
              <a:rPr lang="en-US" sz="2800" dirty="0" err="1"/>
              <a:t>তিনি</a:t>
            </a:r>
            <a:r>
              <a:rPr lang="en-US" sz="2800" dirty="0"/>
              <a:t> </a:t>
            </a:r>
            <a:r>
              <a:rPr lang="en-US" sz="2800" dirty="0" err="1"/>
              <a:t>মহান</a:t>
            </a:r>
            <a:r>
              <a:rPr lang="en-US" sz="2800" dirty="0"/>
              <a:t> </a:t>
            </a:r>
            <a:r>
              <a:rPr lang="en-US" sz="2800" dirty="0" err="1"/>
              <a:t>অবিনাশী</a:t>
            </a:r>
            <a:r>
              <a:rPr lang="en-US" sz="2800" dirty="0"/>
              <a:t>, </a:t>
            </a:r>
            <a:r>
              <a:rPr lang="en-US" sz="2800" dirty="0" err="1"/>
              <a:t>এরূপ</a:t>
            </a:r>
            <a:r>
              <a:rPr lang="en-US" sz="2800" dirty="0"/>
              <a:t> </a:t>
            </a:r>
            <a:r>
              <a:rPr lang="en-US" sz="2800" dirty="0" err="1"/>
              <a:t>বিদ্বানগণ</a:t>
            </a:r>
            <a:r>
              <a:rPr lang="en-US" sz="2800" dirty="0"/>
              <a:t> </a:t>
            </a:r>
            <a:r>
              <a:rPr lang="en-US" sz="2800" dirty="0" err="1"/>
              <a:t>বলে</a:t>
            </a:r>
            <a:r>
              <a:rPr lang="en-US" sz="2800" dirty="0"/>
              <a:t> </a:t>
            </a:r>
            <a:r>
              <a:rPr lang="en-US" sz="2800" dirty="0" err="1"/>
              <a:t>থাকেন</a:t>
            </a:r>
            <a:r>
              <a:rPr lang="en-US" sz="2800" dirty="0"/>
              <a:t>। </a:t>
            </a:r>
            <a:r>
              <a:rPr lang="en-US" sz="2800" dirty="0" err="1"/>
              <a:t>তাঁর</a:t>
            </a:r>
            <a:r>
              <a:rPr lang="en-US" sz="2800" dirty="0"/>
              <a:t> </a:t>
            </a:r>
            <a:r>
              <a:rPr lang="en-US" sz="2800" dirty="0" err="1"/>
              <a:t>মধ্যে</a:t>
            </a:r>
            <a:r>
              <a:rPr lang="en-US" sz="2800" dirty="0"/>
              <a:t> </a:t>
            </a:r>
            <a:r>
              <a:rPr lang="en-US" sz="2800" dirty="0" err="1"/>
              <a:t>সমস্ত</a:t>
            </a:r>
            <a:r>
              <a:rPr lang="en-US" sz="2800" dirty="0"/>
              <a:t> </a:t>
            </a:r>
            <a:r>
              <a:rPr lang="en-US" sz="2800" dirty="0" err="1"/>
              <a:t>পৃথিব্যাদি</a:t>
            </a:r>
            <a:r>
              <a:rPr lang="en-US" sz="2800" dirty="0"/>
              <a:t> </a:t>
            </a:r>
            <a:r>
              <a:rPr lang="en-US" sz="2800" dirty="0" err="1"/>
              <a:t>লোক</a:t>
            </a:r>
            <a:r>
              <a:rPr lang="en-US" sz="2800" dirty="0"/>
              <a:t> </a:t>
            </a:r>
            <a:r>
              <a:rPr lang="en-US" sz="2800" dirty="0" err="1"/>
              <a:t>আশ্রিত</a:t>
            </a:r>
            <a:r>
              <a:rPr lang="en-US" sz="2800" dirty="0"/>
              <a:t>। </a:t>
            </a:r>
            <a:r>
              <a:rPr lang="en-US" sz="2800" dirty="0" err="1"/>
              <a:t>তাকে</a:t>
            </a:r>
            <a:r>
              <a:rPr lang="en-US" sz="2800" dirty="0"/>
              <a:t> </a:t>
            </a:r>
            <a:r>
              <a:rPr lang="en-US" sz="2800" dirty="0" err="1"/>
              <a:t>কেউ</a:t>
            </a:r>
            <a:r>
              <a:rPr lang="en-US" sz="2800" dirty="0"/>
              <a:t> </a:t>
            </a:r>
            <a:r>
              <a:rPr lang="en-US" sz="2800" dirty="0" err="1"/>
              <a:t>উলঙ্ঘন</a:t>
            </a:r>
            <a:r>
              <a:rPr lang="en-US" sz="2800" dirty="0"/>
              <a:t> </a:t>
            </a:r>
            <a:r>
              <a:rPr lang="en-US" sz="2800" dirty="0" err="1"/>
              <a:t>করতে</a:t>
            </a:r>
            <a:r>
              <a:rPr lang="en-US" sz="2800" dirty="0"/>
              <a:t> </a:t>
            </a:r>
            <a:r>
              <a:rPr lang="en-US" sz="2800" dirty="0" err="1"/>
              <a:t>পারে</a:t>
            </a:r>
            <a:r>
              <a:rPr lang="en-US" sz="2800" dirty="0"/>
              <a:t> </a:t>
            </a:r>
            <a:r>
              <a:rPr lang="en-US" sz="2800" dirty="0" err="1"/>
              <a:t>না</a:t>
            </a:r>
            <a:r>
              <a:rPr lang="en-US" sz="2800" dirty="0"/>
              <a:t>। </a:t>
            </a:r>
            <a:r>
              <a:rPr lang="en-US" sz="2800" dirty="0" err="1"/>
              <a:t>তিনিই</a:t>
            </a:r>
            <a:r>
              <a:rPr lang="en-US" sz="2800" dirty="0"/>
              <a:t> </a:t>
            </a:r>
            <a:r>
              <a:rPr lang="en-US" sz="2800" dirty="0" err="1"/>
              <a:t>নিশ্চিত</a:t>
            </a:r>
            <a:r>
              <a:rPr lang="en-US" sz="2800" dirty="0"/>
              <a:t> </a:t>
            </a:r>
            <a:r>
              <a:rPr lang="en-US" sz="2800" dirty="0" err="1"/>
              <a:t>রুমে</a:t>
            </a:r>
            <a:r>
              <a:rPr lang="en-US" sz="2800" dirty="0"/>
              <a:t> </a:t>
            </a:r>
            <a:r>
              <a:rPr lang="en-US" sz="2800" dirty="0" err="1"/>
              <a:t>রূপে</a:t>
            </a:r>
            <a:r>
              <a:rPr lang="en-US" sz="2800" dirty="0"/>
              <a:t> </a:t>
            </a:r>
            <a:r>
              <a:rPr lang="en-US" sz="2800" dirty="0" err="1"/>
              <a:t>সেই</a:t>
            </a:r>
            <a:r>
              <a:rPr lang="en-US" sz="2800" dirty="0"/>
              <a:t> </a:t>
            </a:r>
            <a:r>
              <a:rPr lang="en-US" sz="2800" dirty="0" err="1"/>
              <a:t>ব্রহ্ম</a:t>
            </a:r>
            <a:r>
              <a:rPr lang="en-US" sz="2800" dirty="0"/>
              <a:t>।" (</a:t>
            </a:r>
            <a:r>
              <a:rPr lang="en-US" sz="2800" dirty="0" err="1"/>
              <a:t>কঠঃ</a:t>
            </a:r>
            <a:r>
              <a:rPr lang="en-US" sz="2800" dirty="0"/>
              <a:t> ২.৩.১)</a:t>
            </a:r>
          </a:p>
        </p:txBody>
      </p:sp>
      <p:sp>
        <p:nvSpPr>
          <p:cNvPr id="1048648" name="Rectangle 1048647"/>
          <p:cNvSpPr>
            <a:spLocks noGrp="1"/>
          </p:cNvSpPr>
          <p:nvPr/>
        </p:nvSpPr>
        <p:spPr>
          <a:xfrm>
            <a:off x="1143000" y="68323"/>
            <a:ext cx="6530622" cy="1194058"/>
          </a:xfrm>
          <a:prstGeom prst="rect">
            <a:avLst/>
          </a:prstGeom>
        </p:spPr>
        <p:txBody>
          <a:bodyPr vert="horz" lIns="91440" tIns="45720" rIns="91440" bIns="45720" anchor="b"/>
          <a:lstStyle>
            <a:lvl1pPr algn="ctr" fontAlgn="base">
              <a:spcBef>
                <a:spcPct val="0"/>
              </a:spcBef>
              <a:spcAft>
                <a:spcPct val="0"/>
              </a:spcAft>
              <a:defRPr sz="6000" kern="1200">
                <a:solidFill>
                  <a:srgbClr val="000000"/>
                </a:solidFill>
                <a:latin typeface="+mj-lt"/>
                <a:ea typeface="+mj-ea"/>
                <a:cs typeface="+mj-cs"/>
              </a:defRPr>
            </a:lvl1pPr>
            <a:lvl2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r>
              <a:rPr lang="en-US" sz="4400" b="1" u="sng">
                <a:effectLst>
                  <a:outerShdw blurRad="38100" dist="38100" dir="2700000" algn="br" rotWithShape="0">
                    <a:srgbClr val="000000"/>
                  </a:outerShdw>
                </a:effectLst>
                <a:latin typeface="Arial"/>
              </a:rPr>
              <a:t>"</a:t>
            </a:r>
            <a:r>
              <a:rPr lang="en-US" sz="4400" b="1" u="sng">
                <a:effectLst>
                  <a:outerShdw blurRad="38100" dist="38100" dir="2700000" algn="br" rotWithShape="0">
                    <a:srgbClr val="000000"/>
                  </a:outerShdw>
                </a:effectLst>
                <a:latin typeface="Arial"/>
                <a:cs typeface="Arial"/>
              </a:rPr>
              <a:t>শ্রীমদ্ভগবদ্গীতা</a:t>
            </a:r>
            <a:r>
              <a:rPr lang="en-US" sz="4400" b="1" u="sng">
                <a:effectLst>
                  <a:outerShdw blurRad="38100" dist="38100" dir="2700000" algn="br" rotWithShape="0">
                    <a:srgbClr val="000000"/>
                  </a:outerShdw>
                </a:effectLst>
                <a:latin typeface="Arial"/>
              </a:rPr>
              <a:t>"</a:t>
            </a:r>
            <a:endParaRPr lang="en-US" sz="4400" b="1" u="sng">
              <a:effectLst>
                <a:outerShdw blurRad="38100" dist="38100" dir="2700000" algn="br" rotWithShape="0">
                  <a:srgbClr val="000000"/>
                </a:outerShdw>
              </a:effectLs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9" name="Subtitle 1048648"/>
          <p:cNvSpPr>
            <a:spLocks noGrp="1"/>
          </p:cNvSpPr>
          <p:nvPr>
            <p:ph type="subTitle" idx="1"/>
          </p:nvPr>
        </p:nvSpPr>
        <p:spPr>
          <a:xfrm>
            <a:off x="0" y="1524000"/>
            <a:ext cx="9144000" cy="5334000"/>
          </a:xfrm>
        </p:spPr>
        <p:txBody>
          <a:bodyPr/>
          <a:lstStyle/>
          <a:p>
            <a:r>
              <a:rPr lang="en-US" dirty="0"/>
              <a:t>"</a:t>
            </a:r>
            <a:r>
              <a:rPr lang="en-US" dirty="0" err="1"/>
              <a:t>তদেজতি</a:t>
            </a:r>
            <a:r>
              <a:rPr lang="en-US" dirty="0"/>
              <a:t> </a:t>
            </a:r>
            <a:r>
              <a:rPr lang="en-US" dirty="0" err="1"/>
              <a:t>তন্নৈজতি</a:t>
            </a:r>
            <a:r>
              <a:rPr lang="en-US" dirty="0"/>
              <a:t> </a:t>
            </a:r>
            <a:r>
              <a:rPr lang="en-US" dirty="0" err="1"/>
              <a:t>তদ্</a:t>
            </a:r>
            <a:r>
              <a:rPr lang="en-US" dirty="0"/>
              <a:t> </a:t>
            </a:r>
            <a:r>
              <a:rPr lang="en-US" dirty="0" err="1"/>
              <a:t>দূরে</a:t>
            </a:r>
            <a:r>
              <a:rPr lang="en-US" dirty="0"/>
              <a:t> </a:t>
            </a:r>
            <a:r>
              <a:rPr lang="en-US" dirty="0" err="1"/>
              <a:t>তদ্বন্তিকে</a:t>
            </a:r>
            <a:endParaRPr lang="en-US" dirty="0"/>
          </a:p>
          <a:p>
            <a:r>
              <a:rPr lang="en-US" dirty="0" err="1"/>
              <a:t>তদন্তরস্য</a:t>
            </a:r>
            <a:r>
              <a:rPr lang="en-US" dirty="0"/>
              <a:t> </a:t>
            </a:r>
            <a:r>
              <a:rPr lang="en-US" dirty="0" err="1"/>
              <a:t>সর্বস্য</a:t>
            </a:r>
            <a:r>
              <a:rPr lang="en-US" dirty="0"/>
              <a:t> </a:t>
            </a:r>
            <a:r>
              <a:rPr lang="en-US" dirty="0" err="1"/>
              <a:t>তদু</a:t>
            </a:r>
            <a:r>
              <a:rPr lang="en-US" dirty="0"/>
              <a:t> </a:t>
            </a:r>
            <a:r>
              <a:rPr lang="en-US" dirty="0" err="1"/>
              <a:t>সর্বস্যাস্য</a:t>
            </a:r>
            <a:r>
              <a:rPr lang="en-US" dirty="0"/>
              <a:t> </a:t>
            </a:r>
            <a:r>
              <a:rPr lang="en-US" dirty="0" err="1"/>
              <a:t>বাহ্যতঃ</a:t>
            </a:r>
            <a:r>
              <a:rPr lang="en-US" dirty="0"/>
              <a:t>।" (ঈশঃ৫)</a:t>
            </a:r>
          </a:p>
          <a:p>
            <a:endParaRPr lang="en-US" dirty="0"/>
          </a:p>
          <a:p>
            <a:r>
              <a:rPr lang="en-US" b="1" dirty="0" err="1"/>
              <a:t>সরলার্থঃ</a:t>
            </a:r>
            <a:r>
              <a:rPr lang="en-US" dirty="0"/>
              <a:t> </a:t>
            </a:r>
            <a:r>
              <a:rPr lang="en-US" dirty="0" err="1"/>
              <a:t>তিনি</a:t>
            </a:r>
            <a:r>
              <a:rPr lang="en-US" dirty="0"/>
              <a:t> </a:t>
            </a:r>
            <a:r>
              <a:rPr lang="en-US" b="1" dirty="0" err="1"/>
              <a:t>চলেন</a:t>
            </a:r>
            <a:r>
              <a:rPr lang="en-US" dirty="0"/>
              <a:t>, </a:t>
            </a:r>
            <a:r>
              <a:rPr lang="en-US" dirty="0" err="1"/>
              <a:t>তিনি</a:t>
            </a:r>
            <a:r>
              <a:rPr lang="en-US" dirty="0"/>
              <a:t> </a:t>
            </a:r>
            <a:r>
              <a:rPr lang="en-US" b="1" dirty="0" err="1"/>
              <a:t>চলেন</a:t>
            </a:r>
            <a:r>
              <a:rPr lang="en-US" b="1" dirty="0"/>
              <a:t> </a:t>
            </a:r>
            <a:r>
              <a:rPr lang="en-US" b="1" dirty="0" err="1"/>
              <a:t>না</a:t>
            </a:r>
            <a:r>
              <a:rPr lang="en-US" dirty="0" err="1"/>
              <a:t>।তিনি</a:t>
            </a:r>
            <a:r>
              <a:rPr lang="en-US" dirty="0"/>
              <a:t> </a:t>
            </a:r>
            <a:r>
              <a:rPr lang="en-US" dirty="0" err="1"/>
              <a:t>অধার্মিক-অজ্ঞাণীদের</a:t>
            </a:r>
            <a:r>
              <a:rPr lang="en-US" dirty="0"/>
              <a:t> </a:t>
            </a:r>
            <a:r>
              <a:rPr lang="en-US" dirty="0" err="1"/>
              <a:t>থেকে</a:t>
            </a:r>
            <a:r>
              <a:rPr lang="en-US" dirty="0"/>
              <a:t> </a:t>
            </a:r>
            <a:r>
              <a:rPr lang="en-US" b="1" dirty="0" err="1"/>
              <a:t>দূরে</a:t>
            </a:r>
            <a:r>
              <a:rPr lang="en-US" dirty="0"/>
              <a:t>, </a:t>
            </a:r>
            <a:r>
              <a:rPr lang="en-US" dirty="0" err="1"/>
              <a:t>ধার্মিক-জ্ঞাণীদের</a:t>
            </a:r>
            <a:r>
              <a:rPr lang="en-US" dirty="0"/>
              <a:t> </a:t>
            </a:r>
            <a:r>
              <a:rPr lang="en-US" dirty="0" err="1"/>
              <a:t>অত্যন্ত</a:t>
            </a:r>
            <a:r>
              <a:rPr lang="en-US" dirty="0"/>
              <a:t> </a:t>
            </a:r>
            <a:r>
              <a:rPr lang="en-US" b="1" dirty="0" err="1"/>
              <a:t>নিকটে</a:t>
            </a:r>
            <a:r>
              <a:rPr lang="en-US" b="1" dirty="0"/>
              <a:t>।</a:t>
            </a:r>
            <a:r>
              <a:rPr lang="en-US" dirty="0"/>
              <a:t> </a:t>
            </a:r>
            <a:r>
              <a:rPr lang="en-US" dirty="0" err="1"/>
              <a:t>সেই</a:t>
            </a:r>
            <a:r>
              <a:rPr lang="en-US" dirty="0"/>
              <a:t> </a:t>
            </a:r>
            <a:r>
              <a:rPr lang="en-US" dirty="0" err="1"/>
              <a:t>ব্রহ্ম</a:t>
            </a:r>
            <a:r>
              <a:rPr lang="en-US" dirty="0"/>
              <a:t> </a:t>
            </a:r>
            <a:r>
              <a:rPr lang="en-US" dirty="0" err="1"/>
              <a:t>এই</a:t>
            </a:r>
            <a:r>
              <a:rPr lang="en-US" dirty="0"/>
              <a:t> </a:t>
            </a:r>
            <a:r>
              <a:rPr lang="en-US" dirty="0" err="1"/>
              <a:t>সমস্ত</a:t>
            </a:r>
            <a:r>
              <a:rPr lang="en-US" dirty="0"/>
              <a:t> </a:t>
            </a:r>
            <a:r>
              <a:rPr lang="en-US" dirty="0" err="1"/>
              <a:t>জগ</a:t>
            </a:r>
            <a:r>
              <a:rPr lang="en-US" dirty="0"/>
              <a:t>ৎ ও </a:t>
            </a:r>
            <a:r>
              <a:rPr lang="en-US" dirty="0" err="1"/>
              <a:t>জীবসকলের</a:t>
            </a:r>
            <a:r>
              <a:rPr lang="en-US" dirty="0"/>
              <a:t> </a:t>
            </a:r>
            <a:r>
              <a:rPr lang="en-US" b="1" dirty="0" err="1"/>
              <a:t>অভ্যন্তরে</a:t>
            </a:r>
            <a:r>
              <a:rPr lang="en-US" dirty="0"/>
              <a:t> </a:t>
            </a:r>
            <a:r>
              <a:rPr lang="en-US" dirty="0" err="1"/>
              <a:t>বিরাজমান</a:t>
            </a:r>
            <a:r>
              <a:rPr lang="en-US" dirty="0"/>
              <a:t>। </a:t>
            </a:r>
            <a:r>
              <a:rPr lang="en-US" dirty="0" err="1"/>
              <a:t>তিনি</a:t>
            </a:r>
            <a:r>
              <a:rPr lang="en-US" dirty="0"/>
              <a:t> </a:t>
            </a:r>
            <a:r>
              <a:rPr lang="en-US" dirty="0" err="1"/>
              <a:t>সমস্ত</a:t>
            </a:r>
            <a:r>
              <a:rPr lang="en-US" dirty="0"/>
              <a:t> </a:t>
            </a:r>
            <a:r>
              <a:rPr lang="en-US" dirty="0" err="1"/>
              <a:t>জগতের</a:t>
            </a:r>
            <a:r>
              <a:rPr lang="en-US" dirty="0"/>
              <a:t> </a:t>
            </a:r>
            <a:r>
              <a:rPr lang="en-US" b="1" dirty="0" err="1"/>
              <a:t>বাইরেও</a:t>
            </a:r>
            <a:r>
              <a:rPr lang="en-US" dirty="0"/>
              <a:t> </a:t>
            </a:r>
            <a:r>
              <a:rPr lang="en-US" dirty="0" err="1"/>
              <a:t>বিদ্যমান</a:t>
            </a:r>
            <a:r>
              <a:rPr lang="en-US" dirty="0"/>
              <a:t>। </a:t>
            </a:r>
          </a:p>
          <a:p>
            <a:endParaRPr lang="en-US" dirty="0"/>
          </a:p>
          <a:p>
            <a:r>
              <a:rPr lang="en-US" dirty="0"/>
              <a:t>"</a:t>
            </a:r>
            <a:r>
              <a:rPr lang="en-US" dirty="0" err="1"/>
              <a:t>তিনি</a:t>
            </a:r>
            <a:r>
              <a:rPr lang="en-US" dirty="0"/>
              <a:t> </a:t>
            </a:r>
            <a:r>
              <a:rPr lang="en-US" dirty="0" err="1"/>
              <a:t>সকল</a:t>
            </a:r>
            <a:r>
              <a:rPr lang="en-US" dirty="0"/>
              <a:t> </a:t>
            </a:r>
            <a:r>
              <a:rPr lang="en-US" dirty="0" err="1"/>
              <a:t>প্রাণির</a:t>
            </a:r>
            <a:r>
              <a:rPr lang="en-US" dirty="0"/>
              <a:t> </a:t>
            </a:r>
            <a:r>
              <a:rPr lang="en-US" b="1" dirty="0" err="1"/>
              <a:t>বাহির</a:t>
            </a:r>
            <a:r>
              <a:rPr lang="en-US" b="1" dirty="0"/>
              <a:t> ও </a:t>
            </a:r>
            <a:r>
              <a:rPr lang="en-US" b="1" dirty="0" err="1"/>
              <a:t>অন্তর</a:t>
            </a:r>
            <a:r>
              <a:rPr lang="en-US" b="1" dirty="0"/>
              <a:t>,</a:t>
            </a:r>
            <a:r>
              <a:rPr lang="en-US" dirty="0"/>
              <a:t> </a:t>
            </a:r>
            <a:r>
              <a:rPr lang="en-US" dirty="0" err="1"/>
              <a:t>তিনি</a:t>
            </a:r>
            <a:r>
              <a:rPr lang="en-US" dirty="0"/>
              <a:t> </a:t>
            </a:r>
            <a:r>
              <a:rPr lang="en-US" b="1" dirty="0" err="1"/>
              <a:t>স্থির</a:t>
            </a:r>
            <a:r>
              <a:rPr lang="en-US" b="1" dirty="0"/>
              <a:t> ও </a:t>
            </a:r>
            <a:r>
              <a:rPr lang="en-US" b="1" dirty="0" err="1"/>
              <a:t>চলমানও</a:t>
            </a:r>
            <a:r>
              <a:rPr lang="en-US" b="1" dirty="0"/>
              <a:t>।</a:t>
            </a:r>
            <a:r>
              <a:rPr lang="en-US" dirty="0"/>
              <a:t> </a:t>
            </a:r>
            <a:r>
              <a:rPr lang="en-US" dirty="0" err="1"/>
              <a:t>তিনি</a:t>
            </a:r>
            <a:r>
              <a:rPr lang="en-US" dirty="0"/>
              <a:t> </a:t>
            </a:r>
            <a:r>
              <a:rPr lang="en-US" dirty="0" err="1"/>
              <a:t>সূক্ষ্ম</a:t>
            </a:r>
            <a:r>
              <a:rPr lang="en-US" dirty="0"/>
              <a:t> </a:t>
            </a:r>
            <a:r>
              <a:rPr lang="en-US" dirty="0" err="1"/>
              <a:t>হওয়ার</a:t>
            </a:r>
            <a:r>
              <a:rPr lang="en-US" dirty="0"/>
              <a:t> </a:t>
            </a:r>
            <a:r>
              <a:rPr lang="en-US" dirty="0" err="1"/>
              <a:t>জন্য</a:t>
            </a:r>
            <a:r>
              <a:rPr lang="en-US" dirty="0"/>
              <a:t> </a:t>
            </a:r>
            <a:r>
              <a:rPr lang="en-US" dirty="0" err="1"/>
              <a:t>অবিজ্ঞেয</a:t>
            </a:r>
            <a:r>
              <a:rPr lang="en-US" dirty="0"/>
              <a:t>়, </a:t>
            </a:r>
            <a:r>
              <a:rPr lang="en-US" dirty="0" err="1"/>
              <a:t>তিনি</a:t>
            </a:r>
            <a:r>
              <a:rPr lang="en-US" dirty="0"/>
              <a:t> </a:t>
            </a:r>
            <a:r>
              <a:rPr lang="en-US" dirty="0" err="1"/>
              <a:t>অজ্ঞানীর</a:t>
            </a:r>
            <a:r>
              <a:rPr lang="en-US" dirty="0"/>
              <a:t> </a:t>
            </a:r>
            <a:r>
              <a:rPr lang="en-US" dirty="0" err="1"/>
              <a:t>পক্ষে</a:t>
            </a:r>
            <a:r>
              <a:rPr lang="en-US" dirty="0"/>
              <a:t> </a:t>
            </a:r>
            <a:r>
              <a:rPr lang="en-US" b="1" dirty="0" err="1"/>
              <a:t>দূরে</a:t>
            </a:r>
            <a:r>
              <a:rPr lang="en-US" dirty="0"/>
              <a:t> </a:t>
            </a:r>
            <a:r>
              <a:rPr lang="en-US" dirty="0" err="1"/>
              <a:t>স্থিত</a:t>
            </a:r>
            <a:r>
              <a:rPr lang="en-US" dirty="0"/>
              <a:t> </a:t>
            </a:r>
            <a:r>
              <a:rPr lang="en-US" dirty="0" err="1"/>
              <a:t>এবং</a:t>
            </a:r>
            <a:r>
              <a:rPr lang="en-US" dirty="0"/>
              <a:t> </a:t>
            </a:r>
            <a:r>
              <a:rPr lang="en-US" dirty="0" err="1"/>
              <a:t>জ্ঞানীর</a:t>
            </a:r>
            <a:r>
              <a:rPr lang="en-US" dirty="0"/>
              <a:t> </a:t>
            </a:r>
            <a:r>
              <a:rPr lang="en-US" dirty="0" err="1"/>
              <a:t>পক্ষে</a:t>
            </a:r>
            <a:r>
              <a:rPr lang="en-US" dirty="0"/>
              <a:t> </a:t>
            </a:r>
            <a:r>
              <a:rPr lang="en-US" b="1" dirty="0" err="1"/>
              <a:t>নিকটেস্থিত</a:t>
            </a:r>
            <a:r>
              <a:rPr lang="en-US" dirty="0"/>
              <a:t> </a:t>
            </a:r>
            <a:r>
              <a:rPr lang="en-US" dirty="0" err="1"/>
              <a:t>এবং</a:t>
            </a:r>
            <a:r>
              <a:rPr lang="en-US" dirty="0"/>
              <a:t> </a:t>
            </a:r>
            <a:r>
              <a:rPr lang="en-US" dirty="0" err="1"/>
              <a:t>তিনি</a:t>
            </a:r>
            <a:r>
              <a:rPr lang="en-US" dirty="0"/>
              <a:t> </a:t>
            </a:r>
            <a:r>
              <a:rPr lang="en-US" dirty="0" err="1"/>
              <a:t>অবিভক্ত</a:t>
            </a:r>
            <a:r>
              <a:rPr lang="en-US" dirty="0"/>
              <a:t> </a:t>
            </a:r>
            <a:r>
              <a:rPr lang="en-US" dirty="0" err="1"/>
              <a:t>হয়েও</a:t>
            </a:r>
            <a:r>
              <a:rPr lang="en-US" dirty="0"/>
              <a:t> </a:t>
            </a:r>
            <a:r>
              <a:rPr lang="en-US" dirty="0" err="1"/>
              <a:t>সকল</a:t>
            </a:r>
            <a:r>
              <a:rPr lang="en-US" dirty="0"/>
              <a:t> </a:t>
            </a:r>
            <a:r>
              <a:rPr lang="en-US" b="1" dirty="0" err="1"/>
              <a:t>প্রাণীতে</a:t>
            </a:r>
            <a:r>
              <a:rPr lang="en-US" b="1" dirty="0"/>
              <a:t> </a:t>
            </a:r>
            <a:r>
              <a:rPr lang="en-US" b="1" dirty="0" err="1"/>
              <a:t>স্থিত</a:t>
            </a:r>
            <a:r>
              <a:rPr lang="en-US" dirty="0"/>
              <a:t>, </a:t>
            </a:r>
            <a:r>
              <a:rPr lang="en-US" dirty="0" err="1"/>
              <a:t>তাকে</a:t>
            </a:r>
            <a:r>
              <a:rPr lang="en-US" dirty="0"/>
              <a:t> </a:t>
            </a:r>
            <a:r>
              <a:rPr lang="en-US" dirty="0" err="1"/>
              <a:t>প্রাণিগণের</a:t>
            </a:r>
            <a:r>
              <a:rPr lang="en-US" dirty="0"/>
              <a:t> </a:t>
            </a:r>
            <a:r>
              <a:rPr lang="en-US" dirty="0" err="1"/>
              <a:t>ধারণকর্তা</a:t>
            </a:r>
            <a:r>
              <a:rPr lang="en-US" dirty="0"/>
              <a:t>, </a:t>
            </a:r>
            <a:r>
              <a:rPr lang="en-US" dirty="0" err="1"/>
              <a:t>সৃষ্টিকর্তা</a:t>
            </a:r>
            <a:r>
              <a:rPr lang="en-US" dirty="0"/>
              <a:t> ও </a:t>
            </a:r>
            <a:r>
              <a:rPr lang="en-US" dirty="0" err="1"/>
              <a:t>সংহারকর্তা</a:t>
            </a:r>
            <a:r>
              <a:rPr lang="en-US" dirty="0"/>
              <a:t> </a:t>
            </a:r>
            <a:r>
              <a:rPr lang="en-US" dirty="0" err="1"/>
              <a:t>বলে</a:t>
            </a:r>
            <a:r>
              <a:rPr lang="en-US" dirty="0"/>
              <a:t> </a:t>
            </a:r>
            <a:r>
              <a:rPr lang="en-US" dirty="0" err="1"/>
              <a:t>জানবে</a:t>
            </a:r>
            <a:r>
              <a:rPr lang="en-US" dirty="0"/>
              <a:t>" (</a:t>
            </a:r>
            <a:r>
              <a:rPr lang="en-US" b="1" dirty="0"/>
              <a:t>গীতাঃ১৩/১৬-১৭</a:t>
            </a:r>
            <a:r>
              <a:rPr lang="en-US" dirty="0"/>
              <a:t>)।</a:t>
            </a:r>
          </a:p>
          <a:p>
            <a:endParaRPr lang="en-US" dirty="0"/>
          </a:p>
        </p:txBody>
      </p:sp>
      <p:sp>
        <p:nvSpPr>
          <p:cNvPr id="1048650" name="Rectangle 1048649"/>
          <p:cNvSpPr>
            <a:spLocks noGrp="1"/>
          </p:cNvSpPr>
          <p:nvPr/>
        </p:nvSpPr>
        <p:spPr>
          <a:xfrm>
            <a:off x="1143000" y="68323"/>
            <a:ext cx="6530622" cy="1194058"/>
          </a:xfrm>
          <a:prstGeom prst="rect">
            <a:avLst/>
          </a:prstGeom>
        </p:spPr>
        <p:txBody>
          <a:bodyPr vert="horz" lIns="91440" tIns="45720" rIns="91440" bIns="45720" anchor="b"/>
          <a:lstStyle>
            <a:lvl1pPr algn="ctr" fontAlgn="base">
              <a:spcBef>
                <a:spcPct val="0"/>
              </a:spcBef>
              <a:spcAft>
                <a:spcPct val="0"/>
              </a:spcAft>
              <a:defRPr sz="6000" kern="1200">
                <a:solidFill>
                  <a:srgbClr val="000000"/>
                </a:solidFill>
                <a:latin typeface="+mj-lt"/>
                <a:ea typeface="+mj-ea"/>
                <a:cs typeface="+mj-cs"/>
              </a:defRPr>
            </a:lvl1pPr>
            <a:lvl2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r>
              <a:rPr lang="en-US" sz="4400" b="1" u="sng">
                <a:effectLst>
                  <a:outerShdw blurRad="38100" dist="38100" dir="2700000" algn="br" rotWithShape="0">
                    <a:srgbClr val="000000"/>
                  </a:outerShdw>
                </a:effectLst>
                <a:latin typeface="Arial"/>
              </a:rPr>
              <a:t>"</a:t>
            </a:r>
            <a:r>
              <a:rPr lang="en-US" sz="4400" b="1" u="sng">
                <a:effectLst>
                  <a:outerShdw blurRad="38100" dist="38100" dir="2700000" algn="br" rotWithShape="0">
                    <a:srgbClr val="000000"/>
                  </a:outerShdw>
                </a:effectLst>
                <a:latin typeface="Arial"/>
                <a:cs typeface="Arial"/>
              </a:rPr>
              <a:t>শ্রীমদ্ভগবদ্গীতা</a:t>
            </a:r>
            <a:r>
              <a:rPr lang="en-US" sz="4400" b="1" u="sng">
                <a:effectLst>
                  <a:outerShdw blurRad="38100" dist="38100" dir="2700000" algn="br" rotWithShape="0">
                    <a:srgbClr val="000000"/>
                  </a:outerShdw>
                </a:effectLst>
                <a:latin typeface="Arial"/>
              </a:rPr>
              <a:t>"</a:t>
            </a:r>
            <a:endParaRPr lang="en-US" sz="4400" b="1" u="sng">
              <a:effectLst>
                <a:outerShdw blurRad="38100" dist="38100" dir="2700000" algn="br" rotWithShape="0">
                  <a:srgbClr val="000000"/>
                </a:outerShdw>
              </a:effectLs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4" name="Subtitle 1048813"/>
          <p:cNvSpPr>
            <a:spLocks noGrp="1"/>
          </p:cNvSpPr>
          <p:nvPr>
            <p:ph type="subTitle" idx="1"/>
          </p:nvPr>
        </p:nvSpPr>
        <p:spPr>
          <a:xfrm>
            <a:off x="362748" y="2427853"/>
            <a:ext cx="7591820" cy="2392147"/>
          </a:xfrm>
        </p:spPr>
        <p:txBody>
          <a:bodyPr/>
          <a:lstStyle/>
          <a:p>
            <a:r>
              <a:rPr lang="en-US" sz="2800" dirty="0"/>
              <a:t>"</a:t>
            </a:r>
            <a:r>
              <a:rPr lang="en-US" sz="2800" dirty="0" err="1"/>
              <a:t>সমস্ত</a:t>
            </a:r>
            <a:r>
              <a:rPr lang="en-US" sz="2800" dirty="0"/>
              <a:t> </a:t>
            </a:r>
            <a:r>
              <a:rPr lang="en-US" sz="2800" dirty="0" err="1"/>
              <a:t>উপনিষদ</a:t>
            </a:r>
            <a:r>
              <a:rPr lang="en-US" sz="2800" dirty="0"/>
              <a:t> </a:t>
            </a:r>
            <a:r>
              <a:rPr lang="en-US" sz="2800" dirty="0" err="1"/>
              <a:t>ধেনুস্বরুপ</a:t>
            </a:r>
            <a:r>
              <a:rPr lang="en-US" sz="2800" dirty="0"/>
              <a:t>, </a:t>
            </a:r>
            <a:r>
              <a:rPr lang="en-US" sz="2800" dirty="0" err="1"/>
              <a:t>শ্রীকৃষ্ণ</a:t>
            </a:r>
            <a:r>
              <a:rPr lang="en-US" sz="2800" dirty="0"/>
              <a:t> </a:t>
            </a:r>
            <a:r>
              <a:rPr lang="en-US" sz="2800" dirty="0" err="1"/>
              <a:t>হইলেন</a:t>
            </a:r>
            <a:r>
              <a:rPr lang="en-US" sz="2800" dirty="0"/>
              <a:t> </a:t>
            </a:r>
            <a:r>
              <a:rPr lang="en-US" sz="2800" dirty="0" err="1"/>
              <a:t>দোহন</a:t>
            </a:r>
            <a:r>
              <a:rPr lang="en-US" sz="2800" dirty="0"/>
              <a:t> </a:t>
            </a:r>
            <a:r>
              <a:rPr lang="en-US" sz="2800" dirty="0" err="1"/>
              <a:t>কর্তা</a:t>
            </a:r>
            <a:r>
              <a:rPr lang="en-US" sz="2800" dirty="0"/>
              <a:t>, </a:t>
            </a:r>
            <a:r>
              <a:rPr lang="en-US" sz="2800" dirty="0" err="1"/>
              <a:t>অর্জুন</a:t>
            </a:r>
            <a:r>
              <a:rPr lang="en-US" sz="2800" dirty="0"/>
              <a:t> </a:t>
            </a:r>
            <a:r>
              <a:rPr lang="en-US" sz="2800" dirty="0" err="1"/>
              <a:t>উহার</a:t>
            </a:r>
            <a:r>
              <a:rPr lang="en-US" sz="2800" dirty="0"/>
              <a:t> </a:t>
            </a:r>
            <a:r>
              <a:rPr lang="en-US" sz="2800" dirty="0" err="1"/>
              <a:t>বৎস</a:t>
            </a:r>
            <a:r>
              <a:rPr lang="en-US" sz="2800" dirty="0"/>
              <a:t> </a:t>
            </a:r>
            <a:r>
              <a:rPr lang="en-US" sz="2800" dirty="0" err="1"/>
              <a:t>আর</a:t>
            </a:r>
            <a:r>
              <a:rPr lang="en-US" sz="2800" dirty="0"/>
              <a:t> </a:t>
            </a:r>
            <a:r>
              <a:rPr lang="en-US" sz="2800" dirty="0" err="1"/>
              <a:t>দুগ্ধ</a:t>
            </a:r>
            <a:r>
              <a:rPr lang="en-US" sz="2800" dirty="0"/>
              <a:t> </a:t>
            </a:r>
            <a:r>
              <a:rPr lang="en-US" sz="2800" dirty="0" err="1"/>
              <a:t>হইল</a:t>
            </a:r>
            <a:r>
              <a:rPr lang="en-US" sz="2800" dirty="0"/>
              <a:t> </a:t>
            </a:r>
            <a:r>
              <a:rPr lang="en-US" sz="2800" dirty="0" err="1"/>
              <a:t>শ্রেষ্ঠ</a:t>
            </a:r>
            <a:r>
              <a:rPr lang="en-US" sz="2800" dirty="0"/>
              <a:t> </a:t>
            </a:r>
            <a:r>
              <a:rPr lang="en-US" sz="2800" dirty="0" err="1"/>
              <a:t>গীতাশাস্ত্র</a:t>
            </a:r>
            <a:r>
              <a:rPr lang="en-US" sz="2800" dirty="0"/>
              <a:t> </a:t>
            </a:r>
            <a:r>
              <a:rPr lang="en-US" sz="2800" dirty="0" err="1"/>
              <a:t>স্বরুপ</a:t>
            </a:r>
            <a:r>
              <a:rPr lang="en-US" sz="2800" dirty="0"/>
              <a:t> </a:t>
            </a:r>
            <a:r>
              <a:rPr lang="en-US" sz="2800" dirty="0" err="1"/>
              <a:t>অমৃত</a:t>
            </a:r>
            <a:r>
              <a:rPr lang="en-US" sz="2800" dirty="0"/>
              <a:t>।" -</a:t>
            </a:r>
            <a:r>
              <a:rPr lang="en-US" sz="2800" dirty="0" err="1"/>
              <a:t>শ্লোক</a:t>
            </a:r>
            <a:r>
              <a:rPr lang="en-US" sz="2800" dirty="0"/>
              <a:t> ৫।</a:t>
            </a:r>
          </a:p>
        </p:txBody>
      </p:sp>
      <p:sp>
        <p:nvSpPr>
          <p:cNvPr id="1048816" name="Rectangle 1048815"/>
          <p:cNvSpPr>
            <a:spLocks noGrp="1"/>
          </p:cNvSpPr>
          <p:nvPr/>
        </p:nvSpPr>
        <p:spPr>
          <a:xfrm>
            <a:off x="1143000" y="68323"/>
            <a:ext cx="6530622" cy="1194058"/>
          </a:xfrm>
          <a:prstGeom prst="rect">
            <a:avLst/>
          </a:prstGeom>
        </p:spPr>
        <p:txBody>
          <a:bodyPr vert="horz" lIns="91440" tIns="45720" rIns="91440" bIns="45720" anchor="b"/>
          <a:lstStyle>
            <a:lvl1pPr algn="ctr" fontAlgn="base">
              <a:spcBef>
                <a:spcPct val="0"/>
              </a:spcBef>
              <a:spcAft>
                <a:spcPct val="0"/>
              </a:spcAft>
              <a:defRPr sz="6000" kern="1200">
                <a:solidFill>
                  <a:srgbClr val="000000"/>
                </a:solidFill>
                <a:latin typeface="+mj-lt"/>
                <a:ea typeface="+mj-ea"/>
                <a:cs typeface="+mj-cs"/>
              </a:defRPr>
            </a:lvl1pPr>
            <a:lvl2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r>
              <a:rPr lang="en-US" sz="4400" b="1" u="sng">
                <a:effectLst>
                  <a:outerShdw blurRad="38100" dist="38100" dir="2700000" algn="br" rotWithShape="0">
                    <a:srgbClr val="000000"/>
                  </a:outerShdw>
                </a:effectLst>
                <a:latin typeface="Arial"/>
              </a:rPr>
              <a:t>"</a:t>
            </a:r>
            <a:r>
              <a:rPr lang="en-US" sz="4400" b="1" u="sng">
                <a:effectLst>
                  <a:outerShdw blurRad="38100" dist="38100" dir="2700000" algn="br" rotWithShape="0">
                    <a:srgbClr val="000000"/>
                  </a:outerShdw>
                </a:effectLst>
                <a:latin typeface="Arial"/>
                <a:cs typeface="Arial"/>
              </a:rPr>
              <a:t>গীতামাহাত্ম্য"</a:t>
            </a:r>
            <a:endParaRPr lang="en-US" sz="4400" b="1" u="sng">
              <a:effectLst>
                <a:outerShdw blurRad="38100" dist="38100" dir="2700000" algn="br" rotWithShape="0">
                  <a:srgbClr val="000000"/>
                </a:outerShdw>
              </a:effectLs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Rectangle 1048650"/>
          <p:cNvSpPr>
            <a:spLocks noGrp="1"/>
          </p:cNvSpPr>
          <p:nvPr/>
        </p:nvSpPr>
        <p:spPr>
          <a:xfrm>
            <a:off x="1106713" y="491851"/>
            <a:ext cx="6858000" cy="1086685"/>
          </a:xfrm>
          <a:prstGeom prst="rect">
            <a:avLst/>
          </a:prstGeom>
          <a:ln>
            <a:noFill/>
            <a:prstDash val="solid"/>
          </a:ln>
        </p:spPr>
        <p:txBody>
          <a:bodyPr vert="horz" lIns="91440" tIns="45720" rIns="91440" bIns="45720" anchor="b"/>
          <a:lstStyle>
            <a:lvl1pPr algn="ctr" fontAlgn="base">
              <a:spcBef>
                <a:spcPct val="0"/>
              </a:spcBef>
              <a:spcAft>
                <a:spcPct val="0"/>
              </a:spcAft>
              <a:defRPr sz="6000" kern="1200">
                <a:solidFill>
                  <a:srgbClr val="000000"/>
                </a:solidFill>
                <a:latin typeface="+mj-lt"/>
                <a:ea typeface="+mj-ea"/>
                <a:cs typeface="+mj-cs"/>
              </a:defRPr>
            </a:lvl1pPr>
            <a:lvl2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r>
              <a:rPr lang="en-US" sz="4800" b="1" i="0" u="sng" dirty="0">
                <a:solidFill>
                  <a:srgbClr val="36363D"/>
                </a:solidFill>
                <a:effectLst>
                  <a:outerShdw blurRad="38100" dist="38100" dir="2700000" algn="br" rotWithShape="0">
                    <a:srgbClr val="000000"/>
                  </a:outerShdw>
                </a:effectLst>
                <a:latin typeface="Arial"/>
              </a:rPr>
              <a:t>"</a:t>
            </a:r>
            <a:r>
              <a:rPr lang="en-US" sz="4800" b="1" i="0" u="sng" dirty="0" err="1">
                <a:solidFill>
                  <a:srgbClr val="36363D"/>
                </a:solidFill>
                <a:effectLst>
                  <a:outerShdw blurRad="38100" dist="38100" dir="2700000" algn="br" rotWithShape="0">
                    <a:srgbClr val="000000"/>
                  </a:outerShdw>
                </a:effectLst>
                <a:cs typeface="Arial"/>
              </a:rPr>
              <a:t>বেদ</a:t>
            </a:r>
            <a:r>
              <a:rPr lang="en-US" sz="4800" b="1" i="0" u="sng" dirty="0">
                <a:solidFill>
                  <a:srgbClr val="36363D"/>
                </a:solidFill>
                <a:effectLst>
                  <a:outerShdw blurRad="38100" dist="38100" dir="2700000" algn="br" rotWithShape="0">
                    <a:srgbClr val="000000"/>
                  </a:outerShdw>
                </a:effectLst>
                <a:latin typeface="Arial"/>
              </a:rPr>
              <a:t>"</a:t>
            </a:r>
            <a:endParaRPr lang="en-US" sz="4800" b="1" i="0" u="sng" dirty="0">
              <a:solidFill>
                <a:srgbClr val="36363D"/>
              </a:solidFill>
              <a:effectLst>
                <a:outerShdw blurRad="38100" dist="38100" dir="2700000" algn="br" rotWithShape="0">
                  <a:srgbClr val="000000"/>
                </a:outerShdw>
              </a:effectLst>
            </a:endParaRPr>
          </a:p>
        </p:txBody>
      </p:sp>
      <p:sp>
        <p:nvSpPr>
          <p:cNvPr id="1048652" name="Rectangle 1048651"/>
          <p:cNvSpPr>
            <a:spLocks noGrp="1"/>
          </p:cNvSpPr>
          <p:nvPr/>
        </p:nvSpPr>
        <p:spPr>
          <a:xfrm>
            <a:off x="1270402" y="2850826"/>
            <a:ext cx="6530622" cy="1194058"/>
          </a:xfrm>
          <a:prstGeom prst="rect">
            <a:avLst/>
          </a:prstGeom>
        </p:spPr>
        <p:txBody>
          <a:bodyPr vert="horz" lIns="91440" tIns="45720" rIns="91440" bIns="45720" anchor="b"/>
          <a:lstStyle>
            <a:lvl1pPr algn="ctr" fontAlgn="base">
              <a:spcBef>
                <a:spcPct val="0"/>
              </a:spcBef>
              <a:spcAft>
                <a:spcPct val="0"/>
              </a:spcAft>
              <a:defRPr sz="6000" kern="1200">
                <a:solidFill>
                  <a:srgbClr val="000000"/>
                </a:solidFill>
                <a:latin typeface="+mj-lt"/>
                <a:ea typeface="+mj-ea"/>
                <a:cs typeface="+mj-cs"/>
              </a:defRPr>
            </a:lvl1pPr>
            <a:lvl2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r>
              <a:rPr lang="en-US" sz="4800" b="1" u="sng" dirty="0">
                <a:effectLst>
                  <a:outerShdw blurRad="38100" dist="38100" dir="2700000" algn="br" rotWithShape="0">
                    <a:srgbClr val="000000"/>
                  </a:outerShdw>
                </a:effectLst>
                <a:latin typeface="Arial"/>
              </a:rPr>
              <a:t>"</a:t>
            </a:r>
            <a:r>
              <a:rPr lang="en-US" sz="4800" b="1" u="sng" dirty="0" err="1">
                <a:effectLst>
                  <a:outerShdw blurRad="38100" dist="38100" dir="2700000" algn="br" rotWithShape="0">
                    <a:srgbClr val="000000"/>
                  </a:outerShdw>
                </a:effectLst>
                <a:cs typeface="Arial"/>
              </a:rPr>
              <a:t>উপনিষদ</a:t>
            </a:r>
            <a:r>
              <a:rPr lang="en-US" sz="4800" b="1" u="sng" dirty="0">
                <a:effectLst>
                  <a:outerShdw blurRad="38100" dist="38100" dir="2700000" algn="br" rotWithShape="0">
                    <a:srgbClr val="000000"/>
                  </a:outerShdw>
                </a:effectLst>
                <a:latin typeface="Arial"/>
              </a:rPr>
              <a:t>"</a:t>
            </a:r>
            <a:endParaRPr lang="en-US" sz="4800" b="1" u="sng" dirty="0">
              <a:effectLst>
                <a:outerShdw blurRad="38100" dist="38100" dir="2700000" algn="br" rotWithShape="0">
                  <a:srgbClr val="000000"/>
                </a:outerShdw>
              </a:effectLst>
            </a:endParaRPr>
          </a:p>
        </p:txBody>
      </p:sp>
      <p:sp>
        <p:nvSpPr>
          <p:cNvPr id="1048653" name="Rectangle 1048652"/>
          <p:cNvSpPr>
            <a:spLocks noGrp="1"/>
          </p:cNvSpPr>
          <p:nvPr/>
        </p:nvSpPr>
        <p:spPr>
          <a:xfrm>
            <a:off x="1306689" y="4997791"/>
            <a:ext cx="6530622" cy="1194058"/>
          </a:xfrm>
          <a:prstGeom prst="rect">
            <a:avLst/>
          </a:prstGeom>
        </p:spPr>
        <p:txBody>
          <a:bodyPr vert="horz" lIns="91440" tIns="45720" rIns="91440" bIns="45720" anchor="b"/>
          <a:lstStyle>
            <a:lvl1pPr algn="ctr" fontAlgn="base">
              <a:spcBef>
                <a:spcPct val="0"/>
              </a:spcBef>
              <a:spcAft>
                <a:spcPct val="0"/>
              </a:spcAft>
              <a:defRPr sz="6000" kern="1200">
                <a:solidFill>
                  <a:srgbClr val="000000"/>
                </a:solidFill>
                <a:latin typeface="+mj-lt"/>
                <a:ea typeface="+mj-ea"/>
                <a:cs typeface="+mj-cs"/>
              </a:defRPr>
            </a:lvl1pPr>
            <a:lvl2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r>
              <a:rPr lang="en-US" sz="4800" b="1" u="sng" dirty="0">
                <a:effectLst>
                  <a:outerShdw blurRad="38100" dist="38100" dir="2700000" algn="br" rotWithShape="0">
                    <a:srgbClr val="000000"/>
                  </a:outerShdw>
                </a:effectLst>
                <a:latin typeface="Arial"/>
              </a:rPr>
              <a:t>"</a:t>
            </a:r>
            <a:r>
              <a:rPr lang="en-US" sz="4800" b="1" u="sng" dirty="0" err="1">
                <a:effectLst>
                  <a:outerShdw blurRad="38100" dist="38100" dir="2700000" algn="br" rotWithShape="0">
                    <a:srgbClr val="000000"/>
                  </a:outerShdw>
                </a:effectLst>
                <a:latin typeface="Arial"/>
                <a:cs typeface="Arial"/>
              </a:rPr>
              <a:t>শ্রীমদ্ভগবদ্গীতা</a:t>
            </a:r>
            <a:r>
              <a:rPr lang="en-US" sz="4800" b="1" u="sng" dirty="0">
                <a:effectLst>
                  <a:outerShdw blurRad="38100" dist="38100" dir="2700000" algn="br" rotWithShape="0">
                    <a:srgbClr val="000000"/>
                  </a:outerShdw>
                </a:effectLst>
                <a:latin typeface="Arial"/>
              </a:rPr>
              <a:t>"</a:t>
            </a:r>
            <a:endParaRPr lang="en-US" sz="4800" b="1" u="sng" dirty="0">
              <a:effectLst>
                <a:outerShdw blurRad="38100" dist="38100" dir="2700000" algn="br" rotWithShape="0">
                  <a:srgbClr val="000000"/>
                </a:outerShdw>
              </a:effectLst>
            </a:endParaRPr>
          </a:p>
        </p:txBody>
      </p:sp>
      <p:sp>
        <p:nvSpPr>
          <p:cNvPr id="1048654" name="Arrow: Right 1048653"/>
          <p:cNvSpPr/>
          <p:nvPr/>
        </p:nvSpPr>
        <p:spPr>
          <a:xfrm rot="5372204">
            <a:off x="4151694" y="2171588"/>
            <a:ext cx="768038" cy="384019"/>
          </a:xfrm>
          <a:prstGeom prst="rightArrow">
            <a:avLst/>
          </a:prstGeom>
          <a:solidFill>
            <a:srgbClr val="FFFFFF"/>
          </a:solidFill>
          <a:ln w="25400">
            <a:solidFill>
              <a:srgbClr val="3893E0"/>
            </a:solidFill>
          </a:ln>
        </p:spPr>
        <p:txBody>
          <a:bodyPr anchor="ctr"/>
          <a:lstStyle/>
          <a:p>
            <a:pPr algn="ctr"/>
            <a:endParaRPr lang="en-US"/>
          </a:p>
        </p:txBody>
      </p:sp>
      <p:sp>
        <p:nvSpPr>
          <p:cNvPr id="1048655" name="Arrow: Right 1048654"/>
          <p:cNvSpPr/>
          <p:nvPr/>
        </p:nvSpPr>
        <p:spPr>
          <a:xfrm rot="5372204">
            <a:off x="4151695" y="4600558"/>
            <a:ext cx="768038" cy="384019"/>
          </a:xfrm>
          <a:prstGeom prst="rightArrow">
            <a:avLst/>
          </a:prstGeom>
          <a:solidFill>
            <a:srgbClr val="FFFFFF"/>
          </a:solidFill>
          <a:ln w="25400">
            <a:solidFill>
              <a:srgbClr val="3893E0"/>
            </a:solidFill>
          </a:ln>
        </p:spPr>
        <p:txBody>
          <a:bodyPr anchor="ctr"/>
          <a:lstStyle>
            <a:lvl1pPr marL="0" indent="0" algn="l" rtl="0" eaLnBrk="0" fontAlgn="base" latinLnBrk="0" hangingPunct="0">
              <a:lnSpc>
                <a:spcPct val="100000"/>
              </a:lnSpc>
              <a:spcBef>
                <a:spcPct val="0"/>
              </a:spcBef>
              <a:spcAft>
                <a:spcPct val="0"/>
              </a:spcAft>
              <a:buFontTx/>
              <a:buNone/>
              <a:defRPr sz="1800" b="0" i="0" u="none" baseline="0">
                <a:solidFill>
                  <a:srgbClr val="000000"/>
                </a:solidFill>
                <a:latin typeface="Arial" charset="0"/>
                <a:ea typeface="Arial" charset="0"/>
                <a:sym typeface="Arial" charset="0"/>
              </a:defRPr>
            </a:lvl1pPr>
            <a:lvl2pPr marL="457200" indent="0" algn="l" rtl="0" eaLnBrk="0" fontAlgn="base" latinLnBrk="0" hangingPunct="0">
              <a:lnSpc>
                <a:spcPct val="100000"/>
              </a:lnSpc>
              <a:spcBef>
                <a:spcPct val="0"/>
              </a:spcBef>
              <a:spcAft>
                <a:spcPct val="0"/>
              </a:spcAft>
              <a:buFontTx/>
              <a:buNone/>
              <a:defRPr sz="1800" b="0" i="0" u="none" baseline="0">
                <a:solidFill>
                  <a:srgbClr val="000000"/>
                </a:solidFill>
                <a:latin typeface="Arial" charset="0"/>
                <a:ea typeface="Arial" charset="0"/>
                <a:sym typeface="Arial" charset="0"/>
              </a:defRPr>
            </a:lvl2pPr>
            <a:lvl3pPr marL="914400" indent="0" algn="l" rtl="0" eaLnBrk="0" fontAlgn="base" latinLnBrk="0" hangingPunct="0">
              <a:lnSpc>
                <a:spcPct val="100000"/>
              </a:lnSpc>
              <a:spcBef>
                <a:spcPct val="0"/>
              </a:spcBef>
              <a:spcAft>
                <a:spcPct val="0"/>
              </a:spcAft>
              <a:buFontTx/>
              <a:buNone/>
              <a:defRPr sz="1800" b="0" i="0" u="none" baseline="0">
                <a:solidFill>
                  <a:srgbClr val="000000"/>
                </a:solidFill>
                <a:latin typeface="Arial" charset="0"/>
                <a:ea typeface="Arial" charset="0"/>
                <a:sym typeface="Arial" charset="0"/>
              </a:defRPr>
            </a:lvl3pPr>
            <a:lvl4pPr marL="1371600" indent="0" algn="l" rtl="0" eaLnBrk="0" fontAlgn="base" latinLnBrk="0" hangingPunct="0">
              <a:lnSpc>
                <a:spcPct val="100000"/>
              </a:lnSpc>
              <a:spcBef>
                <a:spcPct val="0"/>
              </a:spcBef>
              <a:spcAft>
                <a:spcPct val="0"/>
              </a:spcAft>
              <a:buFontTx/>
              <a:buNone/>
              <a:defRPr sz="1800" b="0" i="0" u="none" baseline="0">
                <a:solidFill>
                  <a:srgbClr val="000000"/>
                </a:solidFill>
                <a:latin typeface="Arial" charset="0"/>
                <a:ea typeface="Arial" charset="0"/>
                <a:sym typeface="Arial" charset="0"/>
              </a:defRPr>
            </a:lvl4pPr>
            <a:lvl5pPr marL="1828800" indent="0" algn="l" rtl="0" eaLnBrk="0" fontAlgn="base" latinLnBrk="0" hangingPunct="0">
              <a:lnSpc>
                <a:spcPct val="100000"/>
              </a:lnSpc>
              <a:spcBef>
                <a:spcPct val="0"/>
              </a:spcBef>
              <a:spcAft>
                <a:spcPct val="0"/>
              </a:spcAft>
              <a:buFontTx/>
              <a:buNone/>
              <a:defRPr sz="1800" b="0" i="0" u="none" baseline="0">
                <a:solidFill>
                  <a:srgbClr val="000000"/>
                </a:solidFill>
                <a:latin typeface="Arial" charset="0"/>
                <a:ea typeface="Arial" charset="0"/>
                <a:sym typeface="Arial" charset="0"/>
              </a:defRPr>
            </a:lvl5pPr>
          </a:lstStyle>
          <a:p>
            <a:pPr algn="ctr"/>
            <a:endParaRPr lang="en-US"/>
          </a:p>
        </p:txBody>
      </p:sp>
    </p:spTree>
    <p:extLst>
      <p:ext uri="{BB962C8B-B14F-4D97-AF65-F5344CB8AC3E}">
        <p14:creationId xmlns:p14="http://schemas.microsoft.com/office/powerpoint/2010/main" val="36356610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2C764-6795-5662-F4DE-38EE560B891E}"/>
              </a:ext>
            </a:extLst>
          </p:cNvPr>
          <p:cNvSpPr>
            <a:spLocks noGrp="1"/>
          </p:cNvSpPr>
          <p:nvPr>
            <p:ph type="title"/>
          </p:nvPr>
        </p:nvSpPr>
        <p:spPr/>
        <p:txBody>
          <a:bodyPr/>
          <a:lstStyle/>
          <a:p>
            <a:r>
              <a:rPr lang="en-US" b="1" dirty="0"/>
              <a:t>“</a:t>
            </a:r>
            <a:r>
              <a:rPr lang="en-US" b="1" dirty="0" err="1"/>
              <a:t>পরম্পরা</a:t>
            </a:r>
            <a:r>
              <a:rPr lang="en-US" b="1" dirty="0"/>
              <a:t>”</a:t>
            </a:r>
          </a:p>
        </p:txBody>
      </p:sp>
      <p:sp>
        <p:nvSpPr>
          <p:cNvPr id="3" name="Content Placeholder 2">
            <a:extLst>
              <a:ext uri="{FF2B5EF4-FFF2-40B4-BE49-F238E27FC236}">
                <a16:creationId xmlns:a16="http://schemas.microsoft.com/office/drawing/2014/main" id="{1718ABAC-986B-7B5A-CF06-6F1A1748B6D6}"/>
              </a:ext>
            </a:extLst>
          </p:cNvPr>
          <p:cNvSpPr>
            <a:spLocks noGrp="1"/>
          </p:cNvSpPr>
          <p:nvPr>
            <p:ph idx="1"/>
          </p:nvPr>
        </p:nvSpPr>
        <p:spPr/>
        <p:txBody>
          <a:bodyPr/>
          <a:lstStyle/>
          <a:p>
            <a:pPr marL="0" indent="0" algn="ctr">
              <a:buNone/>
            </a:pPr>
            <a:r>
              <a:rPr lang="en-US" sz="2800" dirty="0"/>
              <a:t>“</a:t>
            </a:r>
            <a:r>
              <a:rPr lang="as-IN" sz="2800" dirty="0"/>
              <a:t>ভগবান বললেন- আমি পূর্বে সূর্য্যদেব বিবস্বানকে এই অব্যয় নিষ্কাম কর্মসাধ্য জ্ঞানযোগ বলেছিলাম। সূর্য্য তা মানবজাতির জনক মনুকে বলেন এবং মনু তা ইক্ষাকুকে বলেছিলেন।</a:t>
            </a:r>
            <a:r>
              <a:rPr lang="en-US" sz="2800" dirty="0"/>
              <a:t>” </a:t>
            </a:r>
            <a:r>
              <a:rPr lang="en-US" sz="2800" dirty="0">
                <a:latin typeface="NikoshBAN"/>
              </a:rPr>
              <a:t>(</a:t>
            </a:r>
            <a:r>
              <a:rPr lang="en-US" sz="2800" dirty="0" err="1">
                <a:latin typeface="NikoshBAN"/>
              </a:rPr>
              <a:t>গীতা</a:t>
            </a:r>
            <a:r>
              <a:rPr lang="en-US" sz="2800" dirty="0">
                <a:latin typeface="NikoshBAN"/>
              </a:rPr>
              <a:t> </a:t>
            </a:r>
            <a:r>
              <a:rPr lang="en-US" sz="2800" dirty="0"/>
              <a:t>৪/১)</a:t>
            </a:r>
          </a:p>
          <a:p>
            <a:pPr marL="0" indent="0" algn="ctr">
              <a:buNone/>
            </a:pPr>
            <a:endParaRPr lang="en-US" sz="2800" dirty="0"/>
          </a:p>
          <a:p>
            <a:pPr marL="0" indent="0" algn="ctr">
              <a:buNone/>
            </a:pPr>
            <a:r>
              <a:rPr lang="en-US" sz="2800" dirty="0"/>
              <a:t>“</a:t>
            </a:r>
            <a:r>
              <a:rPr lang="as-IN" sz="2800" dirty="0"/>
              <a:t>এইভাবে পরস্পরের মাধ্যমে এই পরম বিজ্ঞান রাজর্ষিরা লাভ করেছিলেন কিন্তু কালের প্রভাবে পরম্পরা ছিন্ন হয়েছিল এবং সেই যোগ এখন নষ্টপ্রায় হয়েছে।</a:t>
            </a:r>
            <a:r>
              <a:rPr lang="en-US" sz="2800" dirty="0"/>
              <a:t>” </a:t>
            </a:r>
            <a:r>
              <a:rPr lang="en-US" sz="2800" dirty="0">
                <a:latin typeface="NikoshBAN"/>
              </a:rPr>
              <a:t>(</a:t>
            </a:r>
            <a:r>
              <a:rPr lang="en-US" sz="2800" dirty="0" err="1">
                <a:latin typeface="NikoshBAN"/>
              </a:rPr>
              <a:t>গীতা</a:t>
            </a:r>
            <a:r>
              <a:rPr lang="en-US" sz="2800" dirty="0">
                <a:latin typeface="NikoshBAN"/>
              </a:rPr>
              <a:t> </a:t>
            </a:r>
            <a:r>
              <a:rPr lang="en-US" sz="2800" dirty="0"/>
              <a:t>৪/২)</a:t>
            </a:r>
          </a:p>
        </p:txBody>
      </p:sp>
    </p:spTree>
    <p:extLst>
      <p:ext uri="{BB962C8B-B14F-4D97-AF65-F5344CB8AC3E}">
        <p14:creationId xmlns:p14="http://schemas.microsoft.com/office/powerpoint/2010/main" val="22651942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69D34A-1AB4-D9FF-F3E2-DA27740110BF}"/>
              </a:ext>
            </a:extLst>
          </p:cNvPr>
          <p:cNvSpPr>
            <a:spLocks noGrp="1"/>
          </p:cNvSpPr>
          <p:nvPr>
            <p:ph idx="1"/>
          </p:nvPr>
        </p:nvSpPr>
        <p:spPr>
          <a:xfrm>
            <a:off x="457200" y="2561772"/>
            <a:ext cx="8229600" cy="2491014"/>
          </a:xfrm>
        </p:spPr>
        <p:txBody>
          <a:bodyPr/>
          <a:lstStyle/>
          <a:p>
            <a:pPr algn="ctr">
              <a:buNone/>
            </a:pPr>
            <a:r>
              <a:rPr lang="en-US" sz="2800" dirty="0"/>
              <a:t>“</a:t>
            </a:r>
            <a:r>
              <a:rPr lang="as-IN" sz="2800" dirty="0"/>
              <a:t>সেই সনাতন যোগ আজ তোমাকে বললাম কারণ তুমি আমার ভক্ত ও সখা তাই তুমি এই বিজ্ঞানের অতি গুরু রহস্য হৃদয়ঙ্গম করতে পারবে।</a:t>
            </a:r>
            <a:r>
              <a:rPr lang="en-US" sz="2800" dirty="0"/>
              <a:t>” </a:t>
            </a:r>
            <a:r>
              <a:rPr lang="en-US" sz="2800" dirty="0">
                <a:latin typeface="NikoshBAN"/>
              </a:rPr>
              <a:t>(</a:t>
            </a:r>
            <a:r>
              <a:rPr lang="en-US" sz="2800" dirty="0" err="1">
                <a:latin typeface="NikoshBAN"/>
              </a:rPr>
              <a:t>গীতা</a:t>
            </a:r>
            <a:r>
              <a:rPr lang="en-US" sz="2800" dirty="0">
                <a:latin typeface="NikoshBAN"/>
              </a:rPr>
              <a:t> </a:t>
            </a:r>
            <a:r>
              <a:rPr lang="en-US" sz="2800" dirty="0"/>
              <a:t>৪/৩)</a:t>
            </a:r>
          </a:p>
        </p:txBody>
      </p:sp>
      <p:sp>
        <p:nvSpPr>
          <p:cNvPr id="5" name="Title 1">
            <a:extLst>
              <a:ext uri="{FF2B5EF4-FFF2-40B4-BE49-F238E27FC236}">
                <a16:creationId xmlns:a16="http://schemas.microsoft.com/office/drawing/2014/main" id="{E54098C0-C485-FE33-85DE-4F22035AF471}"/>
              </a:ext>
            </a:extLst>
          </p:cNvPr>
          <p:cNvSpPr txBox="1">
            <a:spLocks noGrp="1"/>
          </p:cNvSpPr>
          <p:nvPr>
            <p:ph type="title"/>
          </p:nvPr>
        </p:nvSpPr>
        <p:spPr>
          <a:prstGeom prst="rect">
            <a:avLst/>
          </a:prstGeom>
          <a:noFill/>
          <a:ln>
            <a:noFill/>
          </a:ln>
        </p:spPr>
        <p:txBody>
          <a:bodyPr vert="horz" lIns="91440" tIns="45720" rIns="91440" bIns="45720" anchor="ct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cs typeface="Arial" panose="020B0604020202020204" pitchFamily="34" charset="0"/>
              </a:defRPr>
            </a:lvl9pPr>
          </a:lstStyle>
          <a:p>
            <a:r>
              <a:rPr lang="en-US" b="1" dirty="0">
                <a:latin typeface="NikoshBAN"/>
              </a:rPr>
              <a:t>“</a:t>
            </a:r>
            <a:r>
              <a:rPr lang="en-US" b="1" dirty="0" err="1">
                <a:latin typeface="NikoshBAN"/>
              </a:rPr>
              <a:t>পরম্পরা</a:t>
            </a:r>
            <a:r>
              <a:rPr lang="en-US" b="1" dirty="0">
                <a:latin typeface="NikoshBAN"/>
              </a:rPr>
              <a:t>”</a:t>
            </a:r>
          </a:p>
        </p:txBody>
      </p:sp>
    </p:spTree>
    <p:extLst>
      <p:ext uri="{BB962C8B-B14F-4D97-AF65-F5344CB8AC3E}">
        <p14:creationId xmlns:p14="http://schemas.microsoft.com/office/powerpoint/2010/main" val="31187757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0" name="Subtitle 1048669"/>
          <p:cNvSpPr>
            <a:spLocks noGrp="1"/>
          </p:cNvSpPr>
          <p:nvPr>
            <p:ph type="subTitle" idx="1"/>
          </p:nvPr>
        </p:nvSpPr>
        <p:spPr>
          <a:xfrm>
            <a:off x="94457" y="2254323"/>
            <a:ext cx="8770315" cy="2349354"/>
          </a:xfrm>
        </p:spPr>
        <p:txBody>
          <a:bodyPr/>
          <a:lstStyle/>
          <a:p>
            <a:r>
              <a:rPr lang="en-US" sz="2800" dirty="0">
                <a:latin typeface="NikoshBAN"/>
              </a:rPr>
              <a:t>"</a:t>
            </a:r>
            <a:r>
              <a:rPr lang="en-US" sz="2800" dirty="0" err="1">
                <a:latin typeface="NikoshBAN"/>
              </a:rPr>
              <a:t>হে</a:t>
            </a:r>
            <a:r>
              <a:rPr lang="en-US" sz="2800" dirty="0">
                <a:latin typeface="NikoshBAN"/>
              </a:rPr>
              <a:t> </a:t>
            </a:r>
            <a:r>
              <a:rPr lang="en-US" sz="2800" dirty="0" err="1">
                <a:latin typeface="NikoshBAN"/>
              </a:rPr>
              <a:t>অমিতপ্রভাব</a:t>
            </a:r>
            <a:r>
              <a:rPr lang="en-US" sz="2800" dirty="0">
                <a:latin typeface="NikoshBAN"/>
              </a:rPr>
              <a:t>, </a:t>
            </a:r>
            <a:r>
              <a:rPr lang="en-US" sz="2800" dirty="0" err="1">
                <a:latin typeface="NikoshBAN"/>
              </a:rPr>
              <a:t>তুমি</a:t>
            </a:r>
            <a:r>
              <a:rPr lang="en-US" sz="2800" dirty="0">
                <a:latin typeface="NikoshBAN"/>
              </a:rPr>
              <a:t> </a:t>
            </a:r>
            <a:r>
              <a:rPr lang="en-US" sz="2800" dirty="0" err="1">
                <a:latin typeface="NikoshBAN"/>
              </a:rPr>
              <a:t>এই</a:t>
            </a:r>
            <a:r>
              <a:rPr lang="en-US" sz="2800" dirty="0">
                <a:latin typeface="NikoshBAN"/>
              </a:rPr>
              <a:t> </a:t>
            </a:r>
            <a:r>
              <a:rPr lang="en-US" sz="2800" dirty="0" err="1">
                <a:latin typeface="NikoshBAN"/>
              </a:rPr>
              <a:t>চরাচর</a:t>
            </a:r>
            <a:r>
              <a:rPr lang="en-US" sz="2800" dirty="0">
                <a:latin typeface="NikoshBAN"/>
              </a:rPr>
              <a:t> </a:t>
            </a:r>
            <a:r>
              <a:rPr lang="en-US" sz="2800" dirty="0" err="1">
                <a:latin typeface="NikoshBAN"/>
              </a:rPr>
              <a:t>জগতের</a:t>
            </a:r>
            <a:r>
              <a:rPr lang="en-US" sz="2800" dirty="0">
                <a:latin typeface="NikoshBAN"/>
              </a:rPr>
              <a:t> </a:t>
            </a:r>
            <a:r>
              <a:rPr lang="en-US" sz="2800" dirty="0" err="1">
                <a:latin typeface="NikoshBAN"/>
              </a:rPr>
              <a:t>পিতা</a:t>
            </a:r>
            <a:r>
              <a:rPr lang="en-US" sz="2800" dirty="0">
                <a:latin typeface="NikoshBAN"/>
              </a:rPr>
              <a:t>, </a:t>
            </a:r>
            <a:r>
              <a:rPr lang="en-US" sz="2800" dirty="0" err="1">
                <a:latin typeface="NikoshBAN"/>
              </a:rPr>
              <a:t>পূজ্যগুরু</a:t>
            </a:r>
            <a:r>
              <a:rPr lang="en-US" sz="2800" dirty="0">
                <a:latin typeface="NikoshBAN"/>
              </a:rPr>
              <a:t> </a:t>
            </a:r>
            <a:r>
              <a:rPr lang="en-US" sz="2800" dirty="0" err="1">
                <a:latin typeface="NikoshBAN"/>
              </a:rPr>
              <a:t>এবং</a:t>
            </a:r>
            <a:r>
              <a:rPr lang="en-US" sz="2800" dirty="0">
                <a:latin typeface="NikoshBAN"/>
              </a:rPr>
              <a:t> </a:t>
            </a:r>
            <a:r>
              <a:rPr lang="en-US" sz="2800" dirty="0" err="1">
                <a:latin typeface="NikoshBAN"/>
              </a:rPr>
              <a:t>গুরুর</a:t>
            </a:r>
            <a:r>
              <a:rPr lang="en-US" sz="2800" dirty="0">
                <a:latin typeface="NikoshBAN"/>
              </a:rPr>
              <a:t> </a:t>
            </a:r>
            <a:r>
              <a:rPr lang="en-US" sz="2800" dirty="0" err="1">
                <a:latin typeface="NikoshBAN"/>
              </a:rPr>
              <a:t>গুরু</a:t>
            </a:r>
            <a:r>
              <a:rPr lang="en-US" sz="2800" dirty="0">
                <a:latin typeface="NikoshBAN"/>
              </a:rPr>
              <a:t>। </a:t>
            </a:r>
            <a:r>
              <a:rPr lang="en-US" sz="2800" dirty="0" err="1">
                <a:latin typeface="NikoshBAN"/>
              </a:rPr>
              <a:t>অতএব</a:t>
            </a:r>
            <a:r>
              <a:rPr lang="en-US" sz="2800" dirty="0">
                <a:latin typeface="NikoshBAN"/>
              </a:rPr>
              <a:t>, </a:t>
            </a:r>
            <a:r>
              <a:rPr lang="en-US" sz="2800" dirty="0" err="1">
                <a:latin typeface="NikoshBAN"/>
              </a:rPr>
              <a:t>ত্রিভূবনে</a:t>
            </a:r>
            <a:r>
              <a:rPr lang="en-US" sz="2800" dirty="0">
                <a:latin typeface="NikoshBAN"/>
              </a:rPr>
              <a:t> </a:t>
            </a:r>
            <a:r>
              <a:rPr lang="en-US" sz="2800" dirty="0" err="1">
                <a:latin typeface="NikoshBAN"/>
              </a:rPr>
              <a:t>তোমার</a:t>
            </a:r>
            <a:r>
              <a:rPr lang="en-US" sz="2800" dirty="0">
                <a:latin typeface="NikoshBAN"/>
              </a:rPr>
              <a:t> </a:t>
            </a:r>
            <a:r>
              <a:rPr lang="en-US" sz="2800" dirty="0" err="1">
                <a:latin typeface="NikoshBAN"/>
              </a:rPr>
              <a:t>মত</a:t>
            </a:r>
            <a:r>
              <a:rPr lang="en-US" sz="2800" dirty="0">
                <a:latin typeface="NikoshBAN"/>
              </a:rPr>
              <a:t> </a:t>
            </a:r>
            <a:r>
              <a:rPr lang="en-US" sz="2800" dirty="0" err="1">
                <a:latin typeface="NikoshBAN"/>
              </a:rPr>
              <a:t>আর</a:t>
            </a:r>
            <a:r>
              <a:rPr lang="en-US" sz="2800" dirty="0">
                <a:latin typeface="NikoshBAN"/>
              </a:rPr>
              <a:t> </a:t>
            </a:r>
            <a:r>
              <a:rPr lang="en-US" sz="2800" dirty="0" err="1">
                <a:latin typeface="NikoshBAN"/>
              </a:rPr>
              <a:t>কেউ</a:t>
            </a:r>
            <a:r>
              <a:rPr lang="en-US" sz="2800" dirty="0">
                <a:latin typeface="NikoshBAN"/>
              </a:rPr>
              <a:t> </a:t>
            </a:r>
            <a:r>
              <a:rPr lang="en-US" sz="2800" dirty="0" err="1">
                <a:latin typeface="NikoshBAN"/>
              </a:rPr>
              <a:t>নাই</a:t>
            </a:r>
            <a:r>
              <a:rPr lang="en-US" sz="2800" dirty="0">
                <a:latin typeface="NikoshBAN"/>
              </a:rPr>
              <a:t>। </a:t>
            </a:r>
            <a:r>
              <a:rPr lang="en-US" sz="2800" dirty="0" err="1">
                <a:latin typeface="NikoshBAN"/>
              </a:rPr>
              <a:t>তোমার</a:t>
            </a:r>
            <a:r>
              <a:rPr lang="en-US" sz="2800" dirty="0">
                <a:latin typeface="NikoshBAN"/>
              </a:rPr>
              <a:t> </a:t>
            </a:r>
            <a:r>
              <a:rPr lang="en-US" sz="2800" dirty="0" err="1">
                <a:latin typeface="NikoshBAN"/>
              </a:rPr>
              <a:t>থেকে</a:t>
            </a:r>
            <a:r>
              <a:rPr lang="en-US" sz="2800" dirty="0">
                <a:latin typeface="NikoshBAN"/>
              </a:rPr>
              <a:t> </a:t>
            </a:r>
            <a:r>
              <a:rPr lang="en-US" sz="2800" dirty="0" err="1">
                <a:latin typeface="NikoshBAN"/>
              </a:rPr>
              <a:t>শ্রেষ্ঠ</a:t>
            </a:r>
            <a:r>
              <a:rPr lang="en-US" sz="2800" dirty="0">
                <a:latin typeface="NikoshBAN"/>
              </a:rPr>
              <a:t> </a:t>
            </a:r>
            <a:r>
              <a:rPr lang="en-US" sz="2800" dirty="0" err="1">
                <a:latin typeface="NikoshBAN"/>
              </a:rPr>
              <a:t>অন্য</a:t>
            </a:r>
            <a:r>
              <a:rPr lang="en-US" sz="2800" dirty="0">
                <a:latin typeface="NikoshBAN"/>
              </a:rPr>
              <a:t> </a:t>
            </a:r>
            <a:r>
              <a:rPr lang="en-US" sz="2800" dirty="0" err="1">
                <a:latin typeface="NikoshBAN"/>
              </a:rPr>
              <a:t>কে</a:t>
            </a:r>
            <a:r>
              <a:rPr lang="en-US" sz="2800" dirty="0">
                <a:latin typeface="NikoshBAN"/>
              </a:rPr>
              <a:t> </a:t>
            </a:r>
            <a:r>
              <a:rPr lang="en-US" sz="2800" dirty="0" err="1">
                <a:latin typeface="NikoshBAN"/>
              </a:rPr>
              <a:t>হতে</a:t>
            </a:r>
            <a:r>
              <a:rPr lang="en-US" sz="2800" dirty="0">
                <a:latin typeface="NikoshBAN"/>
              </a:rPr>
              <a:t> </a:t>
            </a:r>
            <a:r>
              <a:rPr lang="en-US" sz="2800" dirty="0" err="1">
                <a:latin typeface="NikoshBAN"/>
              </a:rPr>
              <a:t>পারে</a:t>
            </a:r>
            <a:r>
              <a:rPr lang="en-US" sz="2800" dirty="0">
                <a:latin typeface="NikoshBAN"/>
              </a:rPr>
              <a:t>?" </a:t>
            </a:r>
          </a:p>
          <a:p>
            <a:r>
              <a:rPr lang="en-US" sz="2800" dirty="0">
                <a:latin typeface="NikoshBAN"/>
              </a:rPr>
              <a:t>-</a:t>
            </a:r>
            <a:r>
              <a:rPr lang="en-US" sz="2800" dirty="0" err="1">
                <a:latin typeface="NikoshBAN"/>
              </a:rPr>
              <a:t>শ্রীমদ্ভগবদ্গীতা</a:t>
            </a:r>
            <a:r>
              <a:rPr lang="en-US" sz="2800" dirty="0">
                <a:latin typeface="NikoshBAN"/>
              </a:rPr>
              <a:t> ১১/৪৩।</a:t>
            </a:r>
          </a:p>
        </p:txBody>
      </p:sp>
      <p:sp>
        <p:nvSpPr>
          <p:cNvPr id="1048671" name="Title 1"/>
          <p:cNvSpPr/>
          <p:nvPr/>
        </p:nvSpPr>
        <p:spPr>
          <a:xfrm>
            <a:off x="457200" y="131762"/>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sz="4400" b="1" u="sng">
                <a:effectLst>
                  <a:outerShdw blurRad="38100" dist="38100" dir="2700000" algn="br" rotWithShape="0">
                    <a:srgbClr val="000000"/>
                  </a:outerShdw>
                </a:effectLst>
                <a:latin typeface="NikoshBAN" pitchFamily="2" charset="0"/>
                <a:ea typeface="NikoshBAN" pitchFamily="2" charset="0"/>
              </a:rPr>
              <a:t>"</a:t>
            </a:r>
            <a:r>
              <a:rPr lang="en-US" altLang="en-US" sz="4400" b="1" u="sng">
                <a:effectLst>
                  <a:outerShdw blurRad="38100" dist="38100" dir="2700000" algn="br" rotWithShape="0">
                    <a:srgbClr val="000000"/>
                  </a:outerShdw>
                </a:effectLst>
                <a:latin typeface="NikoshBAN" pitchFamily="2" charset="0"/>
                <a:ea typeface="NikoshBAN" pitchFamily="2" charset="0"/>
                <a:cs typeface="Arial"/>
              </a:rPr>
              <a:t>পরম </a:t>
            </a:r>
            <a:r>
              <a:rPr lang="as-IN" altLang="en-US" sz="4400" b="1" u="sng">
                <a:effectLst>
                  <a:outerShdw blurRad="38100" dist="38100" dir="2700000" algn="br" rotWithShape="0">
                    <a:srgbClr val="000000"/>
                  </a:outerShdw>
                </a:effectLst>
                <a:latin typeface="NikoshBAN" pitchFamily="2" charset="0"/>
                <a:ea typeface="NikoshBAN" pitchFamily="2" charset="0"/>
                <a:cs typeface="Vrinda"/>
              </a:rPr>
              <a:t>গুরু</a:t>
            </a:r>
            <a:r>
              <a:rPr lang="en-US" altLang="en-US" sz="4400" b="1" u="sng">
                <a:effectLst>
                  <a:outerShdw blurRad="38100" dist="38100" dir="2700000" algn="br" rotWithShape="0">
                    <a:srgbClr val="000000"/>
                  </a:outerShdw>
                </a:effectLst>
                <a:latin typeface="NikoshBAN" pitchFamily="2" charset="0"/>
                <a:ea typeface="NikoshBAN" pitchFamily="2" charset="0"/>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2" name="Title 1"/>
          <p:cNvSpPr>
            <a:spLocks noGrp="1"/>
          </p:cNvSpPr>
          <p:nvPr>
            <p:ph type="title"/>
          </p:nvPr>
        </p:nvSpPr>
        <p:spPr>
          <a:xfrm>
            <a:off x="457200" y="131762"/>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en-US" altLang="en-US" sz="4400" b="1" u="sng">
                <a:effectLst>
                  <a:outerShdw blurRad="38100" dist="38100" dir="2700000" algn="br" rotWithShape="0">
                    <a:srgbClr val="000000"/>
                  </a:outerShdw>
                </a:effectLst>
                <a:latin typeface="NikoshBAN" pitchFamily="2" charset="0"/>
                <a:ea typeface="NikoshBAN" pitchFamily="2" charset="0"/>
              </a:rPr>
              <a:t>"পরম </a:t>
            </a:r>
            <a:r>
              <a:rPr lang="as-IN" altLang="en-US" sz="4400" b="1" u="sng">
                <a:effectLst>
                  <a:outerShdw blurRad="38100" dist="38100" dir="2700000" algn="br" rotWithShape="0">
                    <a:srgbClr val="000000"/>
                  </a:outerShdw>
                </a:effectLst>
                <a:latin typeface="NikoshBAN" pitchFamily="2" charset="0"/>
                <a:ea typeface="NikoshBAN" pitchFamily="2" charset="0"/>
              </a:rPr>
              <a:t>গুরু</a:t>
            </a:r>
            <a:r>
              <a:rPr lang="en-US" altLang="en-US" sz="4400" b="1" u="sng">
                <a:effectLst>
                  <a:outerShdw blurRad="38100" dist="38100" dir="2700000" algn="br" rotWithShape="0">
                    <a:srgbClr val="000000"/>
                  </a:outerShdw>
                </a:effectLst>
                <a:latin typeface="NikoshBAN" pitchFamily="2" charset="0"/>
                <a:ea typeface="NikoshBAN" pitchFamily="2" charset="0"/>
              </a:rPr>
              <a:t>"</a:t>
            </a:r>
          </a:p>
        </p:txBody>
      </p:sp>
      <p:sp>
        <p:nvSpPr>
          <p:cNvPr id="1048673" name="Content Placeholder 2"/>
          <p:cNvSpPr>
            <a:spLocks noGrp="1"/>
          </p:cNvSpPr>
          <p:nvPr>
            <p:ph idx="1"/>
          </p:nvPr>
        </p:nvSpPr>
        <p:spPr>
          <a:xfrm>
            <a:off x="539750" y="2420937"/>
            <a:ext cx="8229600" cy="3427267"/>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lgn="ctr">
              <a:buFontTx/>
              <a:buNone/>
            </a:pPr>
            <a:r>
              <a:rPr lang="en-US" altLang="en-US" sz="2800" u="none">
                <a:latin typeface="NikoshBAN" pitchFamily="2" charset="0"/>
                <a:ea typeface="NikoshBAN" pitchFamily="2" charset="0"/>
              </a:rPr>
              <a:t>‘</a:t>
            </a:r>
            <a:r>
              <a:rPr lang="as-IN" altLang="en-US" sz="2800" b="1" u="none">
                <a:latin typeface="NikoshBAN" pitchFamily="2" charset="0"/>
                <a:ea typeface="NikoshBAN" pitchFamily="2" charset="0"/>
              </a:rPr>
              <a:t>স</a:t>
            </a:r>
            <a:r>
              <a:rPr lang="en-US" altLang="en-US" sz="2800" b="1" u="none">
                <a:latin typeface="NikoshBAN" pitchFamily="2" charset="0"/>
                <a:ea typeface="NikoshBAN" pitchFamily="2" charset="0"/>
              </a:rPr>
              <a:t> এষ</a:t>
            </a:r>
            <a:r>
              <a:rPr lang="as-IN" altLang="en-US" sz="2800" b="1" u="none">
                <a:latin typeface="NikoshBAN" pitchFamily="2" charset="0"/>
                <a:ea typeface="NikoshBAN" pitchFamily="2" charset="0"/>
              </a:rPr>
              <a:t> পূর্বেষাং অপি গুরুঃ কালেন ন অবচ্ছেদাৎ।</a:t>
            </a:r>
            <a:r>
              <a:rPr lang="en-US" altLang="en-US" sz="2800" b="1" u="none">
                <a:latin typeface="NikoshBAN" pitchFamily="2" charset="0"/>
                <a:ea typeface="NikoshBAN" pitchFamily="2" charset="0"/>
              </a:rPr>
              <a:t> তস্য বাচকঃ প্রণবঃ’(পতঞ্জল যোগদর্শন, সমাধিপাদ ২৬,২৭)</a:t>
            </a:r>
            <a:endParaRPr lang="zh-CN" altLang="en-US" u="none"/>
          </a:p>
          <a:p>
            <a:pPr marL="0" lvl="0" indent="0">
              <a:buFontTx/>
              <a:buNone/>
            </a:pPr>
            <a:endParaRPr lang="as-IN" altLang="en-US" sz="2800" u="none">
              <a:latin typeface="NikoshBAN" pitchFamily="2" charset="0"/>
              <a:ea typeface="NikoshBAN" pitchFamily="2" charset="0"/>
            </a:endParaRPr>
          </a:p>
          <a:p>
            <a:pPr marL="0" lvl="0" indent="0">
              <a:buFontTx/>
              <a:buNone/>
            </a:pPr>
            <a:r>
              <a:rPr lang="as-IN" altLang="en-US" sz="2800" u="none">
                <a:latin typeface="NikoshBAN" pitchFamily="2" charset="0"/>
                <a:ea typeface="NikoshBAN" pitchFamily="2" charset="0"/>
              </a:rPr>
              <a:t>অর্থাৎ পূর্ব পূর্ব সময়ে যেসব গুরু ছিলেন— যেমন, বশিষ্ঠ, বেদব্যাস, যাজ্ঞবল্ক্য প্রভৃতি—পরমাত্মা সেই সকলেরই গুরু।  তিনি কালের দ্বারা অবিচ্ছিন্ন হন না।</a:t>
            </a:r>
            <a:r>
              <a:rPr lang="en-US" altLang="en-US" sz="2800" u="none">
                <a:latin typeface="NikoshBAN" pitchFamily="2" charset="0"/>
                <a:ea typeface="NikoshBAN" pitchFamily="2" charset="0"/>
              </a:rPr>
              <a:t> সেই ইশ্বরের নাম </a:t>
            </a:r>
            <a:r>
              <a:rPr lang="es-ES" altLang="en-US" sz="2800" u="none">
                <a:latin typeface="NikoshBAN" pitchFamily="2" charset="0"/>
                <a:ea typeface="NikoshBAN" pitchFamily="2" charset="0"/>
              </a:rPr>
              <a:t>ও৩ম্।</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4" name="Title 1"/>
          <p:cNvSpPr>
            <a:spLocks noGrp="1"/>
          </p:cNvSpPr>
          <p:nvPr>
            <p:ph type="title"/>
          </p:nvPr>
        </p:nvSpPr>
        <p:spPr>
          <a:xfrm>
            <a:off x="395287" y="260350"/>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‘ঈশ্বর’</a:t>
            </a:r>
          </a:p>
        </p:txBody>
      </p:sp>
      <p:sp>
        <p:nvSpPr>
          <p:cNvPr id="1048675" name="Content Placeholder 2"/>
          <p:cNvSpPr>
            <a:spLocks noGrp="1"/>
          </p:cNvSpPr>
          <p:nvPr>
            <p:ph idx="1"/>
          </p:nvPr>
        </p:nvSpPr>
        <p:spPr>
          <a:xfrm>
            <a:off x="539750" y="1844675"/>
            <a:ext cx="8229600" cy="3268662"/>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lgn="ctr">
              <a:buFontTx/>
              <a:buNone/>
            </a:pPr>
            <a:r>
              <a:rPr lang="as-IN" altLang="en-US" sz="2800" b="1" dirty="0">
                <a:latin typeface="NikoshBAN" pitchFamily="2" charset="0"/>
                <a:ea typeface="NikoshBAN" pitchFamily="2" charset="0"/>
              </a:rPr>
              <a:t>"স পর্যগাচ্ছুক্রম</a:t>
            </a:r>
            <a:r>
              <a:rPr lang="en-US" altLang="en-US" sz="2800" b="1" dirty="0" err="1">
                <a:latin typeface="NikoshBAN" pitchFamily="2" charset="0"/>
                <a:ea typeface="NikoshBAN" pitchFamily="2" charset="0"/>
              </a:rPr>
              <a:t>কায়</a:t>
            </a:r>
            <a:r>
              <a:rPr lang="as-IN" altLang="en-US" sz="2800" b="1" dirty="0">
                <a:latin typeface="NikoshBAN" pitchFamily="2" charset="0"/>
                <a:ea typeface="NikoshBAN" pitchFamily="2" charset="0"/>
              </a:rPr>
              <a:t>মব্রণ</a:t>
            </a:r>
            <a:r>
              <a:rPr lang="en-US" altLang="en-US" sz="2800" b="1" dirty="0">
                <a:latin typeface="NikoshBAN" pitchFamily="2" charset="0"/>
                <a:ea typeface="NikoshBAN" pitchFamily="2" charset="0"/>
              </a:rPr>
              <a:t> ম</a:t>
            </a:r>
            <a:r>
              <a:rPr lang="as-IN" altLang="en-US" sz="2800" b="1" dirty="0">
                <a:latin typeface="NikoshBAN" pitchFamily="2" charset="0"/>
                <a:ea typeface="NikoshBAN" pitchFamily="2" charset="0"/>
              </a:rPr>
              <a:t>স্নাবিরং শুদ্ধমপাপবিদ্ধম্</a:t>
            </a:r>
            <a:r>
              <a:rPr lang="en-US" altLang="en-US" sz="2800" b="1" dirty="0">
                <a:latin typeface="NikoshBAN" pitchFamily="2" charset="0"/>
                <a:ea typeface="NikoshBAN" pitchFamily="2" charset="0"/>
              </a:rPr>
              <a:t>। </a:t>
            </a:r>
            <a:r>
              <a:rPr lang="as-IN" altLang="en-US" sz="2800" b="1" dirty="0">
                <a:latin typeface="NikoshBAN" pitchFamily="2" charset="0"/>
                <a:ea typeface="NikoshBAN" pitchFamily="2" charset="0"/>
              </a:rPr>
              <a:t>কবির্মনীষী পরিভূঃ স্বয়ম্ভূর্যাথা তথ্যতোহর্থাম্ব্যদধাচ্ছাশ্বতীভ্যঃ সমাভ্যঃ।।" (যজুর্বেদ ৪০.৮)</a:t>
            </a:r>
          </a:p>
          <a:p>
            <a:pPr marL="0" lvl="0" indent="0" algn="ctr">
              <a:buFontTx/>
              <a:buNone/>
            </a:pPr>
            <a:br>
              <a:rPr lang="en-US" altLang="en-US" sz="2800" dirty="0">
                <a:latin typeface="NikoshBAN" pitchFamily="2" charset="0"/>
                <a:ea typeface="NikoshBAN" pitchFamily="2" charset="0"/>
              </a:rPr>
            </a:br>
            <a:r>
              <a:rPr lang="en-US" altLang="en-US" sz="2800" dirty="0" err="1">
                <a:latin typeface="NikoshBAN" pitchFamily="2" charset="0"/>
                <a:ea typeface="NikoshBAN" pitchFamily="2" charset="0"/>
              </a:rPr>
              <a:t>অনুবাদঃ</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পরমাত্মা</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সর্বব্যাপক</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সর্বশক্তিমান</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শরীররহিত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ছিদ্র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রহিত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স্নায়ুআদির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বন্ধনরহিত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দোষরহিত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পাপরহিত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সর্বজ্ঞ</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অন্তর্যামী</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দুষ্টের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দমন</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কর্তা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স্বয়ম্ভু</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তিনি</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তাহার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শ্বাশত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প্রজা</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জীবের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জন্য</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যথাযথ</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ফলের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বিধান</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করেন</a:t>
            </a:r>
            <a:r>
              <a:rPr lang="en-US" altLang="en-US" sz="2800" dirty="0">
                <a:latin typeface="NikoshBAN" pitchFamily="2" charset="0"/>
                <a:ea typeface="NikoshBAN" pitchFamily="2" charset="0"/>
              </a:rPr>
              <a:t>।</a:t>
            </a:r>
          </a:p>
          <a:p>
            <a:pPr marL="0" lvl="0" indent="0">
              <a:buFontTx/>
              <a:buNone/>
            </a:pPr>
            <a:br>
              <a:rPr lang="en-US" altLang="en-US" sz="2800" dirty="0">
                <a:latin typeface="NikoshBAN" pitchFamily="2" charset="0"/>
                <a:ea typeface="NikoshBAN" pitchFamily="2" charset="0"/>
              </a:rPr>
            </a:br>
            <a:endParaRPr lang="en-US" altLang="en-US" sz="2800" dirty="0">
              <a:latin typeface="NikoshBAN" pitchFamily="2" charset="0"/>
              <a:ea typeface="NikoshBAN" pitchFamily="2"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6" name="Content Placeholder 2"/>
          <p:cNvSpPr>
            <a:spLocks noGrp="1"/>
          </p:cNvSpPr>
          <p:nvPr>
            <p:ph idx="1"/>
          </p:nvPr>
        </p:nvSpPr>
        <p:spPr>
          <a:xfrm>
            <a:off x="457200" y="1403350"/>
            <a:ext cx="8229600" cy="5257800"/>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lgn="ctr">
              <a:buFontTx/>
              <a:buNone/>
            </a:pPr>
            <a:r>
              <a:rPr lang="as-IN" altLang="en-US" sz="2800" b="1" dirty="0">
                <a:latin typeface="NikoshBAN" pitchFamily="2" charset="0"/>
                <a:ea typeface="NikoshBAN" pitchFamily="2" charset="0"/>
              </a:rPr>
              <a:t>"</a:t>
            </a:r>
            <a:r>
              <a:rPr lang="bn-IN" altLang="en-US" sz="2800" b="1" dirty="0">
                <a:latin typeface="NikoshBAN" pitchFamily="2" charset="0"/>
                <a:ea typeface="NikoshBAN" pitchFamily="2" charset="0"/>
              </a:rPr>
              <a:t>ক্লেশকর্মবিপাকাশায়ৈঃ অপরামৃষ্ট পুরুষবিশেষ ঈশ্বরঃ</a:t>
            </a:r>
            <a:r>
              <a:rPr lang="as-IN" altLang="en-US" sz="2800" b="1" dirty="0">
                <a:latin typeface="NikoshBAN" pitchFamily="2" charset="0"/>
                <a:ea typeface="NikoshBAN" pitchFamily="2" charset="0"/>
              </a:rPr>
              <a:t>" (</a:t>
            </a:r>
            <a:r>
              <a:rPr lang="bn-IN" altLang="en-US" sz="2800" b="1" dirty="0">
                <a:latin typeface="NikoshBAN" pitchFamily="2" charset="0"/>
                <a:ea typeface="NikoshBAN" pitchFamily="2" charset="0"/>
              </a:rPr>
              <a:t>যোগদর্শন</a:t>
            </a:r>
            <a:r>
              <a:rPr lang="en-US" altLang="en-US" sz="2800" b="1" dirty="0">
                <a:latin typeface="NikoshBAN" pitchFamily="2" charset="0"/>
                <a:ea typeface="NikoshBAN" pitchFamily="2" charset="0"/>
              </a:rPr>
              <a:t>,</a:t>
            </a:r>
            <a:r>
              <a:rPr lang="bn-IN" altLang="en-US" sz="2800" b="1" dirty="0">
                <a:latin typeface="NikoshBAN" pitchFamily="2" charset="0"/>
                <a:ea typeface="NikoshBAN" pitchFamily="2" charset="0"/>
              </a:rPr>
              <a:t>সূত্রঃ ১</a:t>
            </a:r>
            <a:r>
              <a:rPr lang="as-IN" altLang="en-US" sz="2800" b="1" dirty="0">
                <a:latin typeface="NikoshBAN" pitchFamily="2" charset="0"/>
                <a:ea typeface="NikoshBAN" pitchFamily="2" charset="0"/>
              </a:rPr>
              <a:t>/</a:t>
            </a:r>
            <a:r>
              <a:rPr lang="bn-IN" altLang="en-US" sz="2800" b="1" dirty="0">
                <a:latin typeface="NikoshBAN" pitchFamily="2" charset="0"/>
                <a:ea typeface="NikoshBAN" pitchFamily="2" charset="0"/>
              </a:rPr>
              <a:t>২৪</a:t>
            </a:r>
            <a:r>
              <a:rPr lang="as-IN" altLang="en-US" sz="2800" b="1" dirty="0">
                <a:latin typeface="NikoshBAN" pitchFamily="2" charset="0"/>
                <a:ea typeface="NikoshBAN" pitchFamily="2" charset="0"/>
              </a:rPr>
              <a:t>)</a:t>
            </a:r>
            <a:r>
              <a:rPr lang="en-US" altLang="en-US" sz="2800" b="1" dirty="0">
                <a:latin typeface="NikoshBAN" pitchFamily="2" charset="0"/>
                <a:ea typeface="NikoshBAN" pitchFamily="2" charset="0"/>
              </a:rPr>
              <a:t>   </a:t>
            </a:r>
          </a:p>
          <a:p>
            <a:pPr marL="0" lvl="0" indent="0" algn="ctr">
              <a:buFontTx/>
              <a:buNone/>
            </a:pPr>
            <a:endParaRPr lang="bn-IN" altLang="en-US" sz="2800" dirty="0">
              <a:latin typeface="NikoshBAN" pitchFamily="2" charset="0"/>
              <a:ea typeface="NikoshBAN" pitchFamily="2" charset="0"/>
            </a:endParaRPr>
          </a:p>
          <a:p>
            <a:pPr marL="0" lvl="0" indent="0" algn="ctr">
              <a:buFontTx/>
              <a:buNone/>
            </a:pPr>
            <a:r>
              <a:rPr lang="bn-IN" altLang="en-US" sz="2800" dirty="0">
                <a:latin typeface="NikoshBAN" pitchFamily="2" charset="0"/>
                <a:ea typeface="NikoshBAN" pitchFamily="2" charset="0"/>
              </a:rPr>
              <a:t>অর্থা</a:t>
            </a:r>
            <a:r>
              <a:rPr lang="en-US" altLang="en-US" sz="2800" dirty="0">
                <a:latin typeface="NikoshBAN" pitchFamily="2" charset="0"/>
                <a:ea typeface="NikoshBAN" pitchFamily="2" charset="0"/>
              </a:rPr>
              <a:t>ৎঃ</a:t>
            </a:r>
            <a:r>
              <a:rPr lang="bn-IN" altLang="en-US" sz="2800" dirty="0">
                <a:latin typeface="NikoshBAN" pitchFamily="2" charset="0"/>
                <a:ea typeface="NikoshBAN" pitchFamily="2" charset="0"/>
              </a:rPr>
              <a:t> ক্লেশ</a:t>
            </a:r>
            <a:r>
              <a:rPr lang="as-IN" altLang="en-US" sz="2800" dirty="0">
                <a:latin typeface="NikoshBAN" pitchFamily="2" charset="0"/>
                <a:ea typeface="NikoshBAN" pitchFamily="2" charset="0"/>
              </a:rPr>
              <a:t>(</a:t>
            </a:r>
            <a:r>
              <a:rPr lang="bn-IN" altLang="en-US" sz="2800" dirty="0">
                <a:latin typeface="NikoshBAN" pitchFamily="2" charset="0"/>
                <a:ea typeface="NikoshBAN" pitchFamily="2" charset="0"/>
              </a:rPr>
              <a:t>অবিদ্যা</a:t>
            </a:r>
            <a:r>
              <a:rPr lang="en-US" altLang="en-US" sz="2800" dirty="0">
                <a:latin typeface="NikoshBAN" pitchFamily="2" charset="0"/>
                <a:ea typeface="NikoshBAN" pitchFamily="2" charset="0"/>
              </a:rPr>
              <a:t>, </a:t>
            </a:r>
            <a:r>
              <a:rPr lang="bn-IN" altLang="en-US" sz="2800" dirty="0">
                <a:latin typeface="NikoshBAN" pitchFamily="2" charset="0"/>
                <a:ea typeface="NikoshBAN" pitchFamily="2" charset="0"/>
              </a:rPr>
              <a:t>অহংবোধ</a:t>
            </a:r>
            <a:r>
              <a:rPr lang="en-US" altLang="en-US" sz="2800" dirty="0">
                <a:latin typeface="NikoshBAN" pitchFamily="2" charset="0"/>
                <a:ea typeface="NikoshBAN" pitchFamily="2" charset="0"/>
              </a:rPr>
              <a:t>, </a:t>
            </a:r>
            <a:r>
              <a:rPr lang="bn-IN" altLang="en-US" sz="2800" dirty="0">
                <a:latin typeface="NikoshBAN" pitchFamily="2" charset="0"/>
                <a:ea typeface="NikoshBAN" pitchFamily="2" charset="0"/>
              </a:rPr>
              <a:t>রাগ</a:t>
            </a:r>
            <a:r>
              <a:rPr lang="en-US" altLang="en-US" sz="2800" dirty="0">
                <a:latin typeface="NikoshBAN" pitchFamily="2" charset="0"/>
                <a:ea typeface="NikoshBAN" pitchFamily="2" charset="0"/>
              </a:rPr>
              <a:t>, </a:t>
            </a:r>
            <a:r>
              <a:rPr lang="bn-IN" altLang="en-US" sz="2800" dirty="0">
                <a:latin typeface="NikoshBAN" pitchFamily="2" charset="0"/>
                <a:ea typeface="NikoshBAN" pitchFamily="2" charset="0"/>
              </a:rPr>
              <a:t>দ্বেষ</a:t>
            </a:r>
            <a:r>
              <a:rPr lang="en-US" altLang="en-US" sz="2800" dirty="0">
                <a:latin typeface="NikoshBAN" pitchFamily="2" charset="0"/>
                <a:ea typeface="NikoshBAN" pitchFamily="2" charset="0"/>
              </a:rPr>
              <a:t>, </a:t>
            </a:r>
            <a:r>
              <a:rPr lang="bn-IN" altLang="en-US" sz="2800" dirty="0">
                <a:latin typeface="NikoshBAN" pitchFamily="2" charset="0"/>
                <a:ea typeface="NikoshBAN" pitchFamily="2" charset="0"/>
              </a:rPr>
              <a:t>মরণ</a:t>
            </a:r>
            <a:r>
              <a:rPr lang="as-IN" altLang="en-US" sz="2800" dirty="0">
                <a:latin typeface="NikoshBAN" pitchFamily="2" charset="0"/>
                <a:ea typeface="NikoshBAN" pitchFamily="2" charset="0"/>
              </a:rPr>
              <a:t>-</a:t>
            </a:r>
            <a:r>
              <a:rPr lang="bn-IN" altLang="en-US" sz="2800" dirty="0">
                <a:latin typeface="NikoshBAN" pitchFamily="2" charset="0"/>
                <a:ea typeface="NikoshBAN" pitchFamily="2" charset="0"/>
              </a:rPr>
              <a:t>ভয়</a:t>
            </a:r>
            <a:r>
              <a:rPr lang="as-IN" altLang="en-US" sz="2800" dirty="0">
                <a:latin typeface="NikoshBAN" pitchFamily="2" charset="0"/>
                <a:ea typeface="NikoshBAN" pitchFamily="2" charset="0"/>
              </a:rPr>
              <a:t>)</a:t>
            </a:r>
            <a:r>
              <a:rPr lang="en-US" altLang="en-US" sz="2800" dirty="0">
                <a:latin typeface="NikoshBAN" pitchFamily="2" charset="0"/>
                <a:ea typeface="NikoshBAN" pitchFamily="2" charset="0"/>
              </a:rPr>
              <a:t>, </a:t>
            </a:r>
            <a:r>
              <a:rPr lang="bn-IN" altLang="en-US" sz="2800" dirty="0">
                <a:latin typeface="NikoshBAN" pitchFamily="2" charset="0"/>
                <a:ea typeface="NikoshBAN" pitchFamily="2" charset="0"/>
              </a:rPr>
              <a:t>কর্ম</a:t>
            </a:r>
            <a:r>
              <a:rPr lang="en-US" altLang="en-US" sz="2800" dirty="0">
                <a:latin typeface="NikoshBAN" pitchFamily="2" charset="0"/>
                <a:ea typeface="NikoshBAN" pitchFamily="2" charset="0"/>
              </a:rPr>
              <a:t>, </a:t>
            </a:r>
            <a:r>
              <a:rPr lang="bn-IN" altLang="en-US" sz="2800" dirty="0">
                <a:latin typeface="NikoshBAN" pitchFamily="2" charset="0"/>
                <a:ea typeface="NikoshBAN" pitchFamily="2" charset="0"/>
              </a:rPr>
              <a:t>বিপাক</a:t>
            </a:r>
            <a:r>
              <a:rPr lang="as-IN" altLang="en-US" sz="2800" dirty="0">
                <a:latin typeface="NikoshBAN" pitchFamily="2" charset="0"/>
                <a:ea typeface="NikoshBAN" pitchFamily="2" charset="0"/>
              </a:rPr>
              <a:t>(</a:t>
            </a:r>
            <a:r>
              <a:rPr lang="bn-IN" altLang="en-US" sz="2800" dirty="0">
                <a:latin typeface="NikoshBAN" pitchFamily="2" charset="0"/>
                <a:ea typeface="NikoshBAN" pitchFamily="2" charset="0"/>
              </a:rPr>
              <a:t>পুনর্জন্ম</a:t>
            </a:r>
            <a:r>
              <a:rPr lang="en-US" altLang="en-US" sz="2800" dirty="0">
                <a:latin typeface="NikoshBAN" pitchFamily="2" charset="0"/>
                <a:ea typeface="NikoshBAN" pitchFamily="2" charset="0"/>
              </a:rPr>
              <a:t>,</a:t>
            </a:r>
            <a:r>
              <a:rPr lang="bn-IN" altLang="en-US" sz="2800" dirty="0">
                <a:latin typeface="NikoshBAN" pitchFamily="2" charset="0"/>
                <a:ea typeface="NikoshBAN" pitchFamily="2" charset="0"/>
              </a:rPr>
              <a:t>আয়ু</a:t>
            </a:r>
            <a:r>
              <a:rPr lang="en-US" altLang="en-US" sz="2800" dirty="0">
                <a:latin typeface="NikoshBAN" pitchFamily="2" charset="0"/>
                <a:ea typeface="NikoshBAN" pitchFamily="2" charset="0"/>
              </a:rPr>
              <a:t>,</a:t>
            </a:r>
            <a:r>
              <a:rPr lang="bn-IN" altLang="en-US" sz="2800" dirty="0">
                <a:latin typeface="NikoshBAN" pitchFamily="2" charset="0"/>
                <a:ea typeface="NikoshBAN" pitchFamily="2" charset="0"/>
              </a:rPr>
              <a:t>ভোগ</a:t>
            </a:r>
            <a:r>
              <a:rPr lang="as-IN" altLang="en-US" sz="2800" dirty="0">
                <a:latin typeface="NikoshBAN" pitchFamily="2" charset="0"/>
                <a:ea typeface="NikoshBAN" pitchFamily="2" charset="0"/>
              </a:rPr>
              <a:t>) </a:t>
            </a:r>
            <a:r>
              <a:rPr lang="bn-IN" altLang="en-US" sz="2800" dirty="0">
                <a:latin typeface="NikoshBAN" pitchFamily="2" charset="0"/>
                <a:ea typeface="NikoshBAN" pitchFamily="2" charset="0"/>
              </a:rPr>
              <a:t>ও আশয়</a:t>
            </a:r>
            <a:r>
              <a:rPr lang="as-IN" altLang="en-US" sz="2800" dirty="0">
                <a:latin typeface="NikoshBAN" pitchFamily="2" charset="0"/>
                <a:ea typeface="NikoshBAN" pitchFamily="2" charset="0"/>
              </a:rPr>
              <a:t>(</a:t>
            </a:r>
            <a:r>
              <a:rPr lang="bn-IN" altLang="en-US" sz="2800" dirty="0">
                <a:latin typeface="NikoshBAN" pitchFamily="2" charset="0"/>
                <a:ea typeface="NikoshBAN" pitchFamily="2" charset="0"/>
              </a:rPr>
              <a:t>কর্মসংস্কার</a:t>
            </a:r>
            <a:r>
              <a:rPr lang="as-IN" altLang="en-US" sz="2800" dirty="0">
                <a:latin typeface="NikoshBAN" pitchFamily="2" charset="0"/>
                <a:ea typeface="NikoshBAN" pitchFamily="2" charset="0"/>
              </a:rPr>
              <a:t>) </a:t>
            </a:r>
            <a:r>
              <a:rPr lang="bn-IN" altLang="en-US" sz="2800" dirty="0">
                <a:latin typeface="NikoshBAN" pitchFamily="2" charset="0"/>
                <a:ea typeface="NikoshBAN" pitchFamily="2" charset="0"/>
              </a:rPr>
              <a:t>যাকে সংসারে লিপ্ত করিতে পারে না</a:t>
            </a:r>
            <a:r>
              <a:rPr lang="en-US" altLang="en-US" sz="2800" dirty="0">
                <a:latin typeface="NikoshBAN" pitchFamily="2" charset="0"/>
                <a:ea typeface="NikoshBAN" pitchFamily="2" charset="0"/>
              </a:rPr>
              <a:t>, </a:t>
            </a:r>
            <a:r>
              <a:rPr lang="bn-IN" altLang="en-US" sz="2800" dirty="0">
                <a:latin typeface="NikoshBAN" pitchFamily="2" charset="0"/>
                <a:ea typeface="NikoshBAN" pitchFamily="2" charset="0"/>
              </a:rPr>
              <a:t>এরূপ যে পুরুষ তাঁকেই ঈশ্বর বলিয়া অভিহিত করা হয়।</a:t>
            </a:r>
            <a:endParaRPr lang="zh-CN" altLang="en-US" dirty="0"/>
          </a:p>
          <a:p>
            <a:pPr marL="0" lvl="0" indent="0" algn="ctr">
              <a:buFontTx/>
              <a:buNone/>
            </a:pPr>
            <a:r>
              <a:rPr lang="en-US" altLang="en-US" sz="4000" b="1" u="sng" dirty="0">
                <a:effectLst>
                  <a:outerShdw blurRad="38100" dist="38100" dir="2700000" algn="br" rotWithShape="0">
                    <a:srgbClr val="000000"/>
                  </a:outerShdw>
                </a:effectLst>
                <a:latin typeface="NikoshBAN" pitchFamily="2" charset="0"/>
                <a:ea typeface="NikoshBAN" pitchFamily="2" charset="0"/>
              </a:rPr>
              <a:t>‘</a:t>
            </a:r>
            <a:r>
              <a:rPr lang="en-US" altLang="en-US" sz="4000" b="1" u="sng" dirty="0" err="1">
                <a:effectLst>
                  <a:outerShdw blurRad="38100" dist="38100" dir="2700000" algn="br" rotWithShape="0">
                    <a:srgbClr val="000000"/>
                  </a:outerShdw>
                </a:effectLst>
                <a:latin typeface="NikoshBAN" pitchFamily="2" charset="0"/>
                <a:ea typeface="NikoshBAN" pitchFamily="2" charset="0"/>
              </a:rPr>
              <a:t>ভগবান</a:t>
            </a:r>
            <a:r>
              <a:rPr lang="en-US" altLang="en-US" sz="4000" b="1" u="sng" dirty="0">
                <a:effectLst>
                  <a:outerShdw blurRad="38100" dist="38100" dir="2700000" algn="br" rotWithShape="0">
                    <a:srgbClr val="000000"/>
                  </a:outerShdw>
                </a:effectLst>
                <a:latin typeface="NikoshBAN" pitchFamily="2" charset="0"/>
                <a:ea typeface="NikoshBAN" pitchFamily="2" charset="0"/>
              </a:rPr>
              <a:t>’</a:t>
            </a:r>
            <a:endParaRPr lang="zh-CN" altLang="en-US" dirty="0"/>
          </a:p>
          <a:p>
            <a:pPr marL="0" lvl="0" indent="0" algn="ctr">
              <a:buFontTx/>
              <a:buNone/>
            </a:pP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ভগঃ</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ঐশ্বর্য</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বীর্য</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যশ</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শ্রী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জ্ঞাণ</a:t>
            </a:r>
            <a:r>
              <a:rPr lang="en-US" altLang="en-US" sz="2800" dirty="0">
                <a:latin typeface="NikoshBAN" pitchFamily="2" charset="0"/>
                <a:ea typeface="NikoshBAN" pitchFamily="2" charset="0"/>
              </a:rPr>
              <a:t> ও </a:t>
            </a:r>
            <a:r>
              <a:rPr lang="en-US" altLang="en-US" sz="2800" dirty="0" err="1">
                <a:latin typeface="NikoshBAN" pitchFamily="2" charset="0"/>
                <a:ea typeface="NikoshBAN" pitchFamily="2" charset="0"/>
              </a:rPr>
              <a:t>বৈরাগ্য</a:t>
            </a:r>
            <a:r>
              <a:rPr lang="en-US" altLang="en-US" sz="2800" dirty="0">
                <a:latin typeface="NikoshBAN" pitchFamily="2" charset="0"/>
                <a:ea typeface="NikoshBAN" pitchFamily="2" charset="0"/>
              </a:rPr>
              <a:t>।</a:t>
            </a:r>
            <a:endParaRPr lang="zh-CN" altLang="en-US" dirty="0"/>
          </a:p>
        </p:txBody>
      </p:sp>
      <p:sp>
        <p:nvSpPr>
          <p:cNvPr id="1048677" name="Title 1"/>
          <p:cNvSpPr/>
          <p:nvPr/>
        </p:nvSpPr>
        <p:spPr>
          <a:xfrm>
            <a:off x="395287" y="260350"/>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‘ঈশ্বর’</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8" name="Title 1"/>
          <p:cNvSpPr>
            <a:spLocks noGrp="1"/>
          </p:cNvSpPr>
          <p:nvPr>
            <p:ph type="title"/>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as-IN" altLang="en-US" sz="4400" b="1" u="sng" dirty="0">
                <a:effectLst>
                  <a:outerShdw blurRad="38100" dist="38100" dir="2700000" algn="br" rotWithShape="0">
                    <a:srgbClr val="000000"/>
                  </a:outerShdw>
                </a:effectLst>
                <a:latin typeface="NikoshBAN" pitchFamily="2" charset="0"/>
                <a:ea typeface="NikoshBAN" pitchFamily="2" charset="0"/>
              </a:rPr>
              <a:t>এক</a:t>
            </a:r>
            <a:r>
              <a:rPr lang="en-US" altLang="en-US" sz="4400" b="1" u="sng" dirty="0">
                <a:effectLst>
                  <a:outerShdw blurRad="38100" dist="38100" dir="2700000" algn="br" rotWithShape="0">
                    <a:srgbClr val="000000"/>
                  </a:outerShdw>
                </a:effectLst>
                <a:latin typeface="NikoshBAN" pitchFamily="2" charset="0"/>
                <a:ea typeface="NikoshBAN" pitchFamily="2" charset="0"/>
              </a:rPr>
              <a:t> </a:t>
            </a:r>
            <a:r>
              <a:rPr lang="as-IN" altLang="en-US" sz="4400" b="1" u="sng" dirty="0">
                <a:effectLst>
                  <a:outerShdw blurRad="38100" dist="38100" dir="2700000" algn="br" rotWithShape="0">
                    <a:srgbClr val="000000"/>
                  </a:outerShdw>
                </a:effectLst>
                <a:latin typeface="NikoshBAN" pitchFamily="2" charset="0"/>
                <a:ea typeface="NikoshBAN" pitchFamily="2" charset="0"/>
              </a:rPr>
              <a:t>ঈশ্বর, বহু নামঃ</a:t>
            </a:r>
            <a:endParaRPr lang="zh-CN" altLang="en-US" sz="4400" b="1" u="sng" dirty="0">
              <a:effectLst>
                <a:outerShdw blurRad="38100" dist="38100" dir="2700000" algn="br" rotWithShape="0">
                  <a:srgbClr val="000000"/>
                </a:outerShdw>
              </a:effectLst>
            </a:endParaRPr>
          </a:p>
        </p:txBody>
      </p:sp>
      <p:sp>
        <p:nvSpPr>
          <p:cNvPr id="1048679" name="Content Placeholder 2"/>
          <p:cNvSpPr>
            <a:spLocks noGrp="1"/>
          </p:cNvSpPr>
          <p:nvPr>
            <p:ph idx="1"/>
          </p:nvPr>
        </p:nvSpPr>
        <p:spPr>
          <a:xfrm>
            <a:off x="457200" y="1905000"/>
            <a:ext cx="8229600" cy="3929063"/>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lgn="ctr">
              <a:buFontTx/>
              <a:buNone/>
            </a:pPr>
            <a:r>
              <a:rPr lang="en-US" altLang="en-US" sz="2800" b="1" dirty="0">
                <a:latin typeface="NikoshBAN" pitchFamily="2" charset="0"/>
                <a:ea typeface="NikoshBAN" pitchFamily="2" charset="0"/>
              </a:rPr>
              <a:t>"</a:t>
            </a:r>
            <a:r>
              <a:rPr lang="en-US" altLang="en-US" sz="2800" b="1" dirty="0" err="1">
                <a:latin typeface="NikoshBAN" pitchFamily="2" charset="0"/>
                <a:ea typeface="NikoshBAN" pitchFamily="2" charset="0"/>
              </a:rPr>
              <a:t>ইন্দ্রং</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মিত্রং</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বরুণ</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মগ্নি</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মাহু</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রথো</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দিব্যঃ</a:t>
            </a:r>
            <a:r>
              <a:rPr lang="en-US" altLang="en-US" sz="2800" b="1" dirty="0">
                <a:latin typeface="NikoshBAN" pitchFamily="2" charset="0"/>
                <a:ea typeface="NikoshBAN" pitchFamily="2" charset="0"/>
              </a:rPr>
              <a:t> স </a:t>
            </a:r>
            <a:r>
              <a:rPr lang="en-US" altLang="en-US" sz="2800" b="1" dirty="0" err="1">
                <a:latin typeface="NikoshBAN" pitchFamily="2" charset="0"/>
                <a:ea typeface="NikoshBAN" pitchFamily="2" charset="0"/>
              </a:rPr>
              <a:t>সুপর্ণো</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গরুত্মান</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একং</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সদ্বিপ্রা</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বহুধা</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বদন্ত্যগ্নিং</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যমং</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মাতরিশ্বানমাহুঃ</a:t>
            </a:r>
            <a:r>
              <a:rPr lang="en-US" altLang="en-US" sz="2800" b="1" dirty="0">
                <a:latin typeface="NikoshBAN" pitchFamily="2" charset="0"/>
                <a:ea typeface="NikoshBAN" pitchFamily="2" charset="0"/>
              </a:rPr>
              <a:t>।।"  </a:t>
            </a:r>
          </a:p>
          <a:p>
            <a:pPr marL="0" lvl="0" indent="0" algn="ctr">
              <a:buFontTx/>
              <a:buNone/>
            </a:pPr>
            <a:r>
              <a:rPr lang="as-IN" altLang="en-US" sz="2800" b="1" dirty="0">
                <a:latin typeface="NikoshBAN" pitchFamily="2" charset="0"/>
                <a:ea typeface="NikoshBAN" pitchFamily="2" charset="0"/>
              </a:rPr>
              <a:t>ঋগ্বেদ (১।১৬৪।৪৬)</a:t>
            </a:r>
          </a:p>
          <a:p>
            <a:pPr marL="0" lvl="0" indent="0" algn="ctr">
              <a:buFontTx/>
              <a:buNone/>
            </a:pPr>
            <a:br>
              <a:rPr lang="en-US" altLang="en-US" sz="2800" dirty="0">
                <a:latin typeface="NikoshBAN" pitchFamily="2" charset="0"/>
                <a:ea typeface="NikoshBAN" pitchFamily="2" charset="0"/>
              </a:rPr>
            </a:br>
            <a:r>
              <a:rPr lang="en-US" altLang="en-US" sz="2800" dirty="0" err="1">
                <a:latin typeface="NikoshBAN" pitchFamily="2" charset="0"/>
                <a:ea typeface="NikoshBAN" pitchFamily="2" charset="0"/>
              </a:rPr>
              <a:t>বঙ্গানুবাদঃ</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এক</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সত্তা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পরব্রহ্মকে</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জ্ঞানীরা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ইন্দ্র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মিত্র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বরুণ</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অগ্নি</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দিব্য</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সুপর্ণ</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গরুৎমান</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যম</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মাতরিশ্বা</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আদি</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বহু</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নামে</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অভিহিত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করেন</a:t>
            </a:r>
            <a:r>
              <a:rPr lang="en-US" altLang="en-US" sz="2800" dirty="0">
                <a:latin typeface="NikoshBAN" pitchFamily="2" charset="0"/>
                <a:ea typeface="NikoshBAN" pitchFamily="2" charset="0"/>
              </a:rPr>
              <a:t>।</a:t>
            </a:r>
            <a:br>
              <a:rPr lang="en-US" altLang="en-US" sz="2800" dirty="0">
                <a:latin typeface="NikoshBAN" pitchFamily="2" charset="0"/>
                <a:ea typeface="NikoshBAN" pitchFamily="2" charset="0"/>
              </a:rPr>
            </a:br>
            <a:endParaRPr lang="en-US" altLang="en-US" sz="2800" dirty="0">
              <a:latin typeface="NikoshBAN" pitchFamily="2" charset="0"/>
              <a:ea typeface="NikoshBAN" pitchFamily="2"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5" name="Title 1"/>
          <p:cNvSpPr>
            <a:spLocks noGrp="1"/>
          </p:cNvSpPr>
          <p:nvPr>
            <p:ph type="title"/>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en-US" altLang="en-US" b="1" u="sng">
                <a:effectLst>
                  <a:outerShdw blurRad="38100" dist="38100" dir="2700000" algn="br" rotWithShape="0">
                    <a:srgbClr val="000000"/>
                  </a:outerShdw>
                </a:effectLst>
              </a:rPr>
              <a:t>‘</a:t>
            </a:r>
            <a:r>
              <a:rPr lang="en-US" altLang="en-US" b="1" u="sng">
                <a:effectLst>
                  <a:outerShdw blurRad="38100" dist="38100" dir="2700000" algn="br" rotWithShape="0">
                    <a:srgbClr val="000000"/>
                  </a:outerShdw>
                </a:effectLst>
                <a:latin typeface="NikoshBAN" pitchFamily="2" charset="0"/>
                <a:ea typeface="NikoshBAN" pitchFamily="2" charset="0"/>
              </a:rPr>
              <a:t>ঈশ্বরের নাম’</a:t>
            </a:r>
          </a:p>
        </p:txBody>
      </p:sp>
      <p:sp>
        <p:nvSpPr>
          <p:cNvPr id="1048686" name="Content Placeholder 2"/>
          <p:cNvSpPr>
            <a:spLocks noGrp="1"/>
          </p:cNvSpPr>
          <p:nvPr>
            <p:ph idx="1"/>
          </p:nvPr>
        </p:nvSpPr>
        <p:spPr>
          <a:xfrm>
            <a:off x="457200" y="1600200"/>
            <a:ext cx="8229600" cy="4525962"/>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lgn="ctr">
              <a:buFontTx/>
              <a:buNone/>
            </a:pPr>
            <a:r>
              <a:rPr lang="as-IN" altLang="en-US" sz="2800" b="0">
                <a:latin typeface="NikoshBAN" pitchFamily="2" charset="0"/>
                <a:ea typeface="NikoshBAN" pitchFamily="2" charset="0"/>
              </a:rPr>
              <a:t>সমস্ত বেদ যাকে নির্দেশ করে  তিনিই হলেন </a:t>
            </a:r>
            <a:r>
              <a:rPr lang="as-IN" altLang="en-US" sz="2800">
                <a:latin typeface="NikoshBAN" pitchFamily="2" charset="0"/>
                <a:ea typeface="NikoshBAN" pitchFamily="2" charset="0"/>
              </a:rPr>
              <a:t>'</a:t>
            </a:r>
            <a:r>
              <a:rPr lang="en-IN" altLang="en-IN" sz="2800" b="1">
                <a:latin typeface="NikoshBAN" pitchFamily="2" charset="0"/>
                <a:ea typeface="NikoshBAN" pitchFamily="2" charset="0"/>
              </a:rPr>
              <a:t>ॐ</a:t>
            </a:r>
            <a:r>
              <a:rPr lang="en-US" altLang="en-IN" sz="2800" b="1">
                <a:latin typeface="NikoshBAN" pitchFamily="2" charset="0"/>
                <a:ea typeface="NikoshBAN" pitchFamily="2" charset="0"/>
              </a:rPr>
              <a:t>'</a:t>
            </a:r>
            <a:r>
              <a:rPr lang="as-IN" altLang="en-US" sz="2800" b="0">
                <a:latin typeface="NikoshBAN" pitchFamily="2" charset="0"/>
                <a:ea typeface="NikoshBAN" pitchFamily="2" charset="0"/>
              </a:rPr>
              <a:t>।</a:t>
            </a:r>
            <a:r>
              <a:rPr lang="en-US" altLang="en-US" sz="2800" b="0">
                <a:latin typeface="NikoshBAN" pitchFamily="2" charset="0"/>
                <a:ea typeface="NikoshBAN" pitchFamily="2" charset="0"/>
              </a:rPr>
              <a:t>"</a:t>
            </a:r>
            <a:endParaRPr lang="as-IN" altLang="en-US" sz="2800" b="0">
              <a:latin typeface="NikoshBAN" pitchFamily="2" charset="0"/>
              <a:ea typeface="NikoshBAN" pitchFamily="2" charset="0"/>
            </a:endParaRPr>
          </a:p>
          <a:p>
            <a:pPr marL="0" lvl="0" indent="0" algn="ctr">
              <a:buFontTx/>
              <a:buNone/>
            </a:pPr>
            <a:r>
              <a:rPr lang="as-IN" altLang="en-US" sz="2800" b="0">
                <a:latin typeface="NikoshBAN" pitchFamily="2" charset="0"/>
                <a:ea typeface="NikoshBAN" pitchFamily="2" charset="0"/>
              </a:rPr>
              <a:t>"</a:t>
            </a:r>
            <a:r>
              <a:rPr lang="as-IN" altLang="en-US" sz="2800">
                <a:latin typeface="NikoshBAN" pitchFamily="2" charset="0"/>
                <a:ea typeface="NikoshBAN" pitchFamily="2" charset="0"/>
              </a:rPr>
              <a:t>'</a:t>
            </a:r>
            <a:r>
              <a:rPr lang="en-IN" altLang="en-IN" sz="2800" b="1">
                <a:latin typeface="NikoshBAN" pitchFamily="2" charset="0"/>
                <a:ea typeface="NikoshBAN" pitchFamily="2" charset="0"/>
              </a:rPr>
              <a:t>ॐ</a:t>
            </a:r>
            <a:r>
              <a:rPr lang="en-US" altLang="en-IN" sz="2800" b="1">
                <a:latin typeface="NikoshBAN" pitchFamily="2" charset="0"/>
                <a:ea typeface="NikoshBAN" pitchFamily="2" charset="0"/>
              </a:rPr>
              <a:t>'</a:t>
            </a:r>
            <a:r>
              <a:rPr lang="en-US" altLang="en-US" sz="2800" b="0">
                <a:latin typeface="NikoshBAN" pitchFamily="2" charset="0"/>
                <a:ea typeface="NikoshBAN" pitchFamily="2" charset="0"/>
              </a:rPr>
              <a:t> </a:t>
            </a:r>
            <a:r>
              <a:rPr lang="as-IN" altLang="en-US" sz="2800" b="0">
                <a:latin typeface="NikoshBAN" pitchFamily="2" charset="0"/>
                <a:ea typeface="NikoshBAN" pitchFamily="2" charset="0"/>
              </a:rPr>
              <a:t>ই সুনিশ্চিত পরম ব্রহ্ম।"</a:t>
            </a:r>
          </a:p>
          <a:p>
            <a:pPr marL="0" lvl="0" indent="0" algn="ctr">
              <a:buFontTx/>
              <a:buNone/>
            </a:pPr>
            <a:r>
              <a:rPr lang="as-IN" altLang="en-US" sz="2800" b="0">
                <a:latin typeface="NikoshBAN" pitchFamily="2" charset="0"/>
                <a:ea typeface="NikoshBAN" pitchFamily="2" charset="0"/>
              </a:rPr>
              <a:t>(কঠোপনিষদঃ</a:t>
            </a:r>
            <a:r>
              <a:rPr lang="en-US" altLang="en-US" sz="2800" b="0">
                <a:latin typeface="NikoshBAN" pitchFamily="2" charset="0"/>
                <a:ea typeface="NikoshBAN" pitchFamily="2" charset="0"/>
              </a:rPr>
              <a:t> </a:t>
            </a:r>
            <a:r>
              <a:rPr lang="as-IN" altLang="en-US" sz="2800" b="0">
                <a:latin typeface="NikoshBAN" pitchFamily="2" charset="0"/>
                <a:ea typeface="NikoshBAN" pitchFamily="2" charset="0"/>
              </a:rPr>
              <a:t>১/২/১৫</a:t>
            </a:r>
            <a:r>
              <a:rPr lang="en-US" altLang="en-US" sz="2800" b="0">
                <a:latin typeface="NikoshBAN" pitchFamily="2" charset="0"/>
                <a:ea typeface="NikoshBAN" pitchFamily="2" charset="0"/>
              </a:rPr>
              <a:t>-</a:t>
            </a:r>
            <a:r>
              <a:rPr lang="as-IN" altLang="en-US" sz="2800" b="0">
                <a:latin typeface="NikoshBAN" pitchFamily="2" charset="0"/>
                <a:ea typeface="NikoshBAN" pitchFamily="2" charset="0"/>
              </a:rPr>
              <a:t>১৬)</a:t>
            </a:r>
          </a:p>
          <a:p>
            <a:pPr marL="0" lvl="0" indent="0" algn="ctr">
              <a:buFontTx/>
              <a:buNone/>
            </a:pPr>
            <a:endParaRPr lang="en-US" altLang="en-US" sz="2800" b="0">
              <a:latin typeface="NikoshBAN" pitchFamily="2" charset="0"/>
              <a:ea typeface="NikoshBAN" pitchFamily="2" charset="0"/>
            </a:endParaRPr>
          </a:p>
          <a:p>
            <a:pPr marL="0" lvl="0" indent="0" algn="ctr">
              <a:buFontTx/>
              <a:buNone/>
            </a:pPr>
            <a:r>
              <a:rPr lang="as-IN" altLang="en-US" sz="2800" b="0">
                <a:latin typeface="NikoshBAN" pitchFamily="2" charset="0"/>
                <a:ea typeface="NikoshBAN" pitchFamily="2" charset="0"/>
              </a:rPr>
              <a:t>"ওম্ ইতি ব্রহ্ম ওম্ ইতীদং সর্বম্" </a:t>
            </a:r>
          </a:p>
          <a:p>
            <a:pPr marL="0" lvl="0" indent="0" algn="ctr">
              <a:buFontTx/>
              <a:buNone/>
            </a:pPr>
            <a:r>
              <a:rPr lang="en-US" altLang="en-US" sz="2800" b="0">
                <a:latin typeface="NikoshBAN" pitchFamily="2" charset="0"/>
                <a:ea typeface="NikoshBAN" pitchFamily="2" charset="0"/>
              </a:rPr>
              <a:t>(</a:t>
            </a:r>
            <a:r>
              <a:rPr lang="as-IN" altLang="en-US" sz="2800" b="0">
                <a:latin typeface="NikoshBAN" pitchFamily="2" charset="0"/>
                <a:ea typeface="NikoshBAN" pitchFamily="2" charset="0"/>
              </a:rPr>
              <a:t>তৈত্তে. উপঃ ১/৮/১</a:t>
            </a:r>
            <a:r>
              <a:rPr lang="en-US" altLang="en-US" sz="2800" b="0">
                <a:latin typeface="NikoshBAN" pitchFamily="2" charset="0"/>
                <a:ea typeface="NikoshBAN" pitchFamily="2" charset="0"/>
              </a:rPr>
              <a:t>)</a:t>
            </a:r>
          </a:p>
          <a:p>
            <a:pPr marL="0" lvl="0" indent="0" algn="ctr">
              <a:buFontTx/>
              <a:buNone/>
            </a:pPr>
            <a:endParaRPr lang="en-US" altLang="en-US" sz="2800" b="0">
              <a:latin typeface="NikoshBAN" pitchFamily="2" charset="0"/>
              <a:ea typeface="NikoshBAN" pitchFamily="2" charset="0"/>
            </a:endParaRPr>
          </a:p>
          <a:p>
            <a:pPr marL="0" lvl="0" indent="0" algn="ctr">
              <a:buFontTx/>
              <a:buNone/>
            </a:pPr>
            <a:r>
              <a:rPr lang="as-IN" altLang="en-US" sz="2800">
                <a:latin typeface="NikoshBAN" pitchFamily="2" charset="0"/>
                <a:ea typeface="NikoshBAN" pitchFamily="2" charset="0"/>
              </a:rPr>
              <a:t>- '</a:t>
            </a:r>
            <a:r>
              <a:rPr lang="en-IN" altLang="en-IN" sz="2800" b="1">
                <a:latin typeface="NikoshBAN" pitchFamily="2" charset="0"/>
                <a:ea typeface="NikoshBAN" pitchFamily="2" charset="0"/>
              </a:rPr>
              <a:t>ॐ</a:t>
            </a:r>
            <a:r>
              <a:rPr lang="en-US" altLang="en-IN" sz="2800" b="1">
                <a:latin typeface="NikoshBAN" pitchFamily="2" charset="0"/>
                <a:ea typeface="NikoshBAN" pitchFamily="2" charset="0"/>
              </a:rPr>
              <a:t>' </a:t>
            </a:r>
            <a:r>
              <a:rPr lang="as-IN" altLang="en-US" sz="2800">
                <a:latin typeface="NikoshBAN" pitchFamily="2" charset="0"/>
                <a:ea typeface="NikoshBAN" pitchFamily="2" charset="0"/>
              </a:rPr>
              <a:t>অক্ষরই ব্রহ্ম। </a:t>
            </a:r>
          </a:p>
          <a:p>
            <a:pPr marL="0" lvl="0" indent="0" algn="ctr">
              <a:buFontTx/>
              <a:buNone/>
            </a:pPr>
            <a:r>
              <a:rPr lang="as-IN" altLang="en-US" sz="2800">
                <a:latin typeface="NikoshBAN" pitchFamily="2" charset="0"/>
                <a:ea typeface="NikoshBAN" pitchFamily="2" charset="0"/>
              </a:rPr>
              <a:t>ওঙ্কার  দ্বারাই সমস্ত জগৎ পরিব্যাপ্ত।</a:t>
            </a:r>
            <a:r>
              <a:rPr lang="as-IN" altLang="en-US" sz="2800" b="1">
                <a:latin typeface="NikoshBAN" pitchFamily="2" charset="0"/>
                <a:ea typeface="NikoshBAN" pitchFamily="2" charset="0"/>
              </a:rPr>
              <a:t>  </a:t>
            </a:r>
            <a:endParaRPr lang="zh-CN" altLang="en-US" sz="2800"/>
          </a:p>
          <a:p>
            <a:pPr marL="0" lvl="0" indent="0" algn="ctr">
              <a:buFontTx/>
              <a:buNone/>
            </a:pPr>
            <a:br>
              <a:rPr lang="as-IN" altLang="en-US" sz="2800"/>
            </a:br>
            <a:endParaRPr lang="as-IN" altLang="en-US" sz="28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7" name="Title 1"/>
          <p:cNvSpPr>
            <a:spLocks noGrp="1"/>
          </p:cNvSpPr>
          <p:nvPr>
            <p:ph type="title"/>
          </p:nvPr>
        </p:nvSpPr>
        <p:spPr>
          <a:xfrm>
            <a:off x="539750" y="117475"/>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en-US" altLang="en-US" sz="4400" b="1" u="sng" dirty="0">
                <a:effectLst>
                  <a:outerShdw blurRad="38100" dist="38100" dir="2700000" algn="br" rotWithShape="0">
                    <a:srgbClr val="000000"/>
                  </a:outerShdw>
                </a:effectLst>
              </a:rPr>
              <a:t>‘</a:t>
            </a:r>
            <a:r>
              <a:rPr lang="en-US" altLang="en-US" sz="4400" b="1" u="sng" dirty="0" err="1">
                <a:effectLst>
                  <a:outerShdw blurRad="38100" dist="38100" dir="2700000" algn="br" rotWithShape="0">
                    <a:srgbClr val="000000"/>
                  </a:outerShdw>
                </a:effectLst>
                <a:latin typeface="NikoshBAN" pitchFamily="2" charset="0"/>
                <a:ea typeface="NikoshBAN" pitchFamily="2" charset="0"/>
              </a:rPr>
              <a:t>ঈশ্বরের</a:t>
            </a:r>
            <a:r>
              <a:rPr lang="en-US" altLang="en-US" sz="4400" b="1" u="sng" dirty="0">
                <a:effectLst>
                  <a:outerShdw blurRad="38100" dist="38100" dir="2700000" algn="br" rotWithShape="0">
                    <a:srgbClr val="000000"/>
                  </a:outerShdw>
                </a:effectLst>
                <a:latin typeface="NikoshBAN" pitchFamily="2" charset="0"/>
                <a:ea typeface="NikoshBAN" pitchFamily="2" charset="0"/>
              </a:rPr>
              <a:t> </a:t>
            </a:r>
            <a:r>
              <a:rPr lang="en-US" altLang="en-US" sz="4400" b="1" u="sng" dirty="0" err="1">
                <a:effectLst>
                  <a:outerShdw blurRad="38100" dist="38100" dir="2700000" algn="br" rotWithShape="0">
                    <a:srgbClr val="000000"/>
                  </a:outerShdw>
                </a:effectLst>
                <a:latin typeface="NikoshBAN" pitchFamily="2" charset="0"/>
                <a:ea typeface="NikoshBAN" pitchFamily="2" charset="0"/>
              </a:rPr>
              <a:t>নাম</a:t>
            </a:r>
            <a:r>
              <a:rPr lang="en-US" altLang="en-US" sz="4400" dirty="0">
                <a:effectLst>
                  <a:outerShdw blurRad="38100" dist="38100" dir="2700000" algn="br" rotWithShape="0">
                    <a:srgbClr val="000000"/>
                  </a:outerShdw>
                </a:effectLst>
                <a:latin typeface="NikoshBAN" pitchFamily="2" charset="0"/>
                <a:ea typeface="NikoshBAN" pitchFamily="2" charset="0"/>
              </a:rPr>
              <a:t>’</a:t>
            </a:r>
          </a:p>
        </p:txBody>
      </p:sp>
      <p:sp>
        <p:nvSpPr>
          <p:cNvPr id="1048688" name="Content Placeholder 2"/>
          <p:cNvSpPr>
            <a:spLocks noGrp="1"/>
          </p:cNvSpPr>
          <p:nvPr>
            <p:ph idx="1"/>
          </p:nvPr>
        </p:nvSpPr>
        <p:spPr>
          <a:xfrm>
            <a:off x="457200" y="1447800"/>
            <a:ext cx="8229600" cy="4495800"/>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lgn="ctr">
              <a:buFontTx/>
              <a:buNone/>
            </a:pPr>
            <a:r>
              <a:rPr lang="as-IN" altLang="en-US" sz="2400" dirty="0">
                <a:latin typeface="NikoshBAN" pitchFamily="2" charset="0"/>
                <a:ea typeface="NikoshBAN" pitchFamily="2" charset="0"/>
              </a:rPr>
              <a:t>প্রত্যেকটি মন্ত্রের শুরুতে '</a:t>
            </a:r>
            <a:r>
              <a:rPr lang="en-IN" altLang="en-IN" sz="2400" b="1" dirty="0">
                <a:latin typeface="NikoshBAN" pitchFamily="2" charset="0"/>
                <a:ea typeface="NikoshBAN" pitchFamily="2" charset="0"/>
              </a:rPr>
              <a:t>ॐ</a:t>
            </a:r>
            <a:r>
              <a:rPr lang="en-US" altLang="en-IN" sz="2400" b="1" dirty="0">
                <a:latin typeface="NikoshBAN" pitchFamily="2" charset="0"/>
                <a:ea typeface="NikoshBAN" pitchFamily="2" charset="0"/>
              </a:rPr>
              <a:t>' </a:t>
            </a:r>
            <a:r>
              <a:rPr lang="as-IN" altLang="en-US" sz="2400" dirty="0">
                <a:latin typeface="NikoshBAN" pitchFamily="2" charset="0"/>
                <a:ea typeface="NikoshBAN" pitchFamily="2" charset="0"/>
              </a:rPr>
              <a:t>যোগ করতে হয়।(অথর্ববেদ ১০.০৮.১০)</a:t>
            </a:r>
          </a:p>
          <a:p>
            <a:pPr marL="0" lvl="0" indent="0" algn="ctr">
              <a:buFontTx/>
              <a:buNone/>
            </a:pPr>
            <a:br>
              <a:rPr lang="as-IN" altLang="en-US" sz="2400" dirty="0">
                <a:latin typeface="NikoshBAN" pitchFamily="2" charset="0"/>
                <a:ea typeface="NikoshBAN" pitchFamily="2" charset="0"/>
              </a:rPr>
            </a:br>
            <a:r>
              <a:rPr lang="as-IN" altLang="en-US" sz="2400" dirty="0">
                <a:latin typeface="NikoshBAN" pitchFamily="2" charset="0"/>
                <a:ea typeface="NikoshBAN" pitchFamily="2" charset="0"/>
              </a:rPr>
              <a:t>যজুর্বেদে '</a:t>
            </a:r>
            <a:r>
              <a:rPr lang="en-IN" altLang="en-IN" sz="2400" b="1" dirty="0">
                <a:latin typeface="NikoshBAN" pitchFamily="2" charset="0"/>
                <a:ea typeface="NikoshBAN" pitchFamily="2" charset="0"/>
              </a:rPr>
              <a:t>ॐ</a:t>
            </a:r>
            <a:r>
              <a:rPr lang="en-US" altLang="en-IN" sz="2400" b="1" dirty="0">
                <a:latin typeface="NikoshBAN" pitchFamily="2" charset="0"/>
                <a:ea typeface="NikoshBAN" pitchFamily="2" charset="0"/>
              </a:rPr>
              <a:t>'</a:t>
            </a:r>
            <a:r>
              <a:rPr lang="as-IN" altLang="en-US" sz="2400" dirty="0">
                <a:latin typeface="NikoshBAN" pitchFamily="2" charset="0"/>
                <a:ea typeface="NikoshBAN" pitchFamily="2" charset="0"/>
              </a:rPr>
              <a:t>কে </a:t>
            </a:r>
            <a:r>
              <a:rPr lang="as-IN" altLang="en-US" sz="2400" b="1" dirty="0">
                <a:latin typeface="NikoshBAN" pitchFamily="2" charset="0"/>
                <a:ea typeface="NikoshBAN" pitchFamily="2" charset="0"/>
              </a:rPr>
              <a:t>'খম্ ব্রহ্ম'</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রূপে</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সংজ্ঞায়িত</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করা</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হয়েছে</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যার</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অর্থ</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ঈশ্বর</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সর্বশ্রেষ্ঠ</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সর্বশক্তিমান</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এবং</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মহাবিশ্বের</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স্রষ্টা</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এবং</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একইসাথে</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ঈশ্বর</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সর্বত্র</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পরিব্যাপ্ত</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এক</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কথায়</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তিনি</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সর্বশক্তিমান</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এবং</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সর্বব্যাপী</a:t>
            </a:r>
            <a:r>
              <a:rPr lang="en-US" altLang="en-US" sz="2400" dirty="0">
                <a:latin typeface="NikoshBAN" pitchFamily="2" charset="0"/>
                <a:ea typeface="NikoshBAN" pitchFamily="2" charset="0"/>
              </a:rPr>
              <a:t>। (</a:t>
            </a:r>
            <a:r>
              <a:rPr lang="en-US" altLang="en-US" sz="2400" dirty="0" err="1">
                <a:latin typeface="NikoshBAN" pitchFamily="2" charset="0"/>
                <a:ea typeface="NikoshBAN" pitchFamily="2" charset="0"/>
              </a:rPr>
              <a:t>যজুর্বেদ</a:t>
            </a:r>
            <a:r>
              <a:rPr lang="en-US" altLang="en-US" sz="2400" dirty="0">
                <a:latin typeface="NikoshBAN" pitchFamily="2" charset="0"/>
                <a:ea typeface="NikoshBAN" pitchFamily="2" charset="0"/>
              </a:rPr>
              <a:t> ৪০.১৭)।</a:t>
            </a:r>
          </a:p>
          <a:p>
            <a:pPr marL="0" lvl="0" indent="0" algn="ctr">
              <a:buFontTx/>
              <a:buNone/>
            </a:pPr>
            <a:endParaRPr lang="en-US" altLang="en-US" sz="2400" dirty="0">
              <a:latin typeface="NikoshBAN" pitchFamily="2" charset="0"/>
              <a:ea typeface="NikoshBAN" pitchFamily="2" charset="0"/>
            </a:endParaRPr>
          </a:p>
          <a:p>
            <a:pPr marL="0" lvl="0" indent="0" algn="ctr">
              <a:buFontTx/>
              <a:buNone/>
            </a:pPr>
            <a:r>
              <a:rPr lang="as-IN" altLang="en-US" sz="2400" dirty="0">
                <a:latin typeface="NikoshBAN" pitchFamily="2" charset="0"/>
                <a:ea typeface="NikoshBAN" pitchFamily="2" charset="0"/>
              </a:rPr>
              <a:t>মাণ্ডুক্যোপনিষদের শুরুর পদে</a:t>
            </a:r>
            <a:r>
              <a:rPr lang="en-US" altLang="en-US" sz="2400" dirty="0">
                <a:latin typeface="NikoshBAN" pitchFamily="2" charset="0"/>
                <a:ea typeface="NikoshBAN" pitchFamily="2" charset="0"/>
              </a:rPr>
              <a:t> </a:t>
            </a:r>
            <a:r>
              <a:rPr lang="as-IN" altLang="en-US" sz="2400" dirty="0">
                <a:latin typeface="NikoshBAN" pitchFamily="2" charset="0"/>
                <a:ea typeface="NikoshBAN" pitchFamily="2" charset="0"/>
              </a:rPr>
              <a:t>'</a:t>
            </a:r>
            <a:r>
              <a:rPr lang="en-IN" altLang="en-IN" sz="2400" b="1" dirty="0">
                <a:latin typeface="NikoshBAN" pitchFamily="2" charset="0"/>
                <a:ea typeface="NikoshBAN" pitchFamily="2" charset="0"/>
              </a:rPr>
              <a:t>ॐ</a:t>
            </a:r>
            <a:r>
              <a:rPr lang="en-US" altLang="en-IN" sz="2400" b="1" dirty="0">
                <a:latin typeface="NikoshBAN" pitchFamily="2" charset="0"/>
                <a:ea typeface="NikoshBAN" pitchFamily="2" charset="0"/>
              </a:rPr>
              <a:t>' </a:t>
            </a:r>
            <a:r>
              <a:rPr lang="as-IN" altLang="en-US" sz="2400" dirty="0">
                <a:latin typeface="NikoshBAN" pitchFamily="2" charset="0"/>
                <a:ea typeface="NikoshBAN" pitchFamily="2" charset="0"/>
              </a:rPr>
              <a:t>কে বলা হয় '</a:t>
            </a:r>
            <a:r>
              <a:rPr lang="as-IN" altLang="en-US" sz="2400" b="1" dirty="0">
                <a:latin typeface="NikoshBAN" pitchFamily="2" charset="0"/>
                <a:ea typeface="NikoshBAN" pitchFamily="2" charset="0"/>
              </a:rPr>
              <a:t>অক্ষরম'-</a:t>
            </a:r>
            <a:r>
              <a:rPr lang="as-IN" altLang="en-US" sz="2400" dirty="0">
                <a:latin typeface="NikoshBAN" pitchFamily="2" charset="0"/>
                <a:ea typeface="NikoshBAN" pitchFamily="2" charset="0"/>
              </a:rPr>
              <a:t> অবিনশ্বর, অনন্ত, নিত্য, পরম সত্তা।</a:t>
            </a:r>
          </a:p>
          <a:p>
            <a:pPr marL="0" lvl="0" indent="0">
              <a:buFontTx/>
              <a:buNone/>
            </a:pPr>
            <a:endParaRPr lang="as-IN" altLang="en-US" sz="2800" dirty="0">
              <a:latin typeface="NikoshBAN" pitchFamily="2" charset="0"/>
              <a:ea typeface="NikoshBAN" pitchFamily="2" charset="0"/>
            </a:endParaRPr>
          </a:p>
          <a:p>
            <a:pPr marL="0" lvl="0" indent="0">
              <a:buFontTx/>
              <a:buNone/>
            </a:pPr>
            <a:br>
              <a:rPr lang="en-US" altLang="en-US" sz="2800" dirty="0"/>
            </a:br>
            <a:endParaRPr lang="en-US" altLang="en-US" sz="2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9" name="Title 1"/>
          <p:cNvSpPr>
            <a:spLocks noGrp="1"/>
          </p:cNvSpPr>
          <p:nvPr>
            <p:ph type="title"/>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en-US" altLang="en-US" b="1" u="sng" dirty="0">
                <a:effectLst>
                  <a:outerShdw blurRad="38100" dist="38100" dir="2700000" algn="br" rotWithShape="0">
                    <a:srgbClr val="000000"/>
                  </a:outerShdw>
                </a:effectLst>
              </a:rPr>
              <a:t>‘</a:t>
            </a:r>
            <a:r>
              <a:rPr lang="en-US" altLang="en-US" b="1" u="sng" dirty="0" err="1">
                <a:effectLst>
                  <a:outerShdw blurRad="38100" dist="38100" dir="2700000" algn="br" rotWithShape="0">
                    <a:srgbClr val="000000"/>
                  </a:outerShdw>
                </a:effectLst>
                <a:latin typeface="NikoshBAN" pitchFamily="2" charset="0"/>
                <a:ea typeface="NikoshBAN" pitchFamily="2" charset="0"/>
              </a:rPr>
              <a:t>ঈশ্বরের</a:t>
            </a:r>
            <a:r>
              <a:rPr lang="en-US" altLang="en-US" b="1" u="sng" dirty="0">
                <a:effectLst>
                  <a:outerShdw blurRad="38100" dist="38100" dir="2700000" algn="br" rotWithShape="0">
                    <a:srgbClr val="000000"/>
                  </a:outerShdw>
                </a:effectLst>
                <a:latin typeface="NikoshBAN" pitchFamily="2" charset="0"/>
                <a:ea typeface="NikoshBAN" pitchFamily="2" charset="0"/>
              </a:rPr>
              <a:t> </a:t>
            </a:r>
            <a:r>
              <a:rPr lang="en-US" altLang="en-US" b="1" u="sng" dirty="0" err="1">
                <a:effectLst>
                  <a:outerShdw blurRad="38100" dist="38100" dir="2700000" algn="br" rotWithShape="0">
                    <a:srgbClr val="000000"/>
                  </a:outerShdw>
                </a:effectLst>
                <a:latin typeface="NikoshBAN" pitchFamily="2" charset="0"/>
                <a:ea typeface="NikoshBAN" pitchFamily="2" charset="0"/>
              </a:rPr>
              <a:t>নাম</a:t>
            </a:r>
            <a:r>
              <a:rPr lang="en-US" altLang="en-US" b="1" u="sng" dirty="0">
                <a:effectLst>
                  <a:outerShdw blurRad="38100" dist="38100" dir="2700000" algn="br" rotWithShape="0">
                    <a:srgbClr val="000000"/>
                  </a:outerShdw>
                </a:effectLst>
                <a:latin typeface="NikoshBAN" pitchFamily="2" charset="0"/>
                <a:ea typeface="NikoshBAN" pitchFamily="2" charset="0"/>
              </a:rPr>
              <a:t>’</a:t>
            </a:r>
          </a:p>
        </p:txBody>
      </p:sp>
      <p:sp>
        <p:nvSpPr>
          <p:cNvPr id="1048690" name="Content Placeholder 2"/>
          <p:cNvSpPr>
            <a:spLocks noGrp="1"/>
          </p:cNvSpPr>
          <p:nvPr>
            <p:ph idx="1"/>
          </p:nvPr>
        </p:nvSpPr>
        <p:spPr>
          <a:xfrm>
            <a:off x="457200" y="1600200"/>
            <a:ext cx="8229600" cy="5096605"/>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lgn="ctr">
              <a:buFontTx/>
              <a:buNone/>
            </a:pPr>
            <a:r>
              <a:rPr lang="as-IN" altLang="en-US" sz="2800" dirty="0">
                <a:latin typeface="NikoshBAN" pitchFamily="2" charset="0"/>
                <a:ea typeface="NikoshBAN" pitchFamily="2" charset="0"/>
              </a:rPr>
              <a:t>গীতা ১০/২৫ এ ঈশ্বর বলেছেন, </a:t>
            </a:r>
            <a:r>
              <a:rPr lang="en-US" altLang="en-US" sz="2800" b="1" dirty="0">
                <a:latin typeface="NikoshBAN" pitchFamily="2" charset="0"/>
                <a:ea typeface="NikoshBAN" pitchFamily="2" charset="0"/>
              </a:rPr>
              <a:t>"</a:t>
            </a:r>
            <a:r>
              <a:rPr lang="en-US" altLang="en-US" sz="2800" b="1" dirty="0" err="1">
                <a:latin typeface="NikoshBAN" pitchFamily="2" charset="0"/>
                <a:ea typeface="NikoshBAN" pitchFamily="2" charset="0"/>
              </a:rPr>
              <a:t>বাণীর</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মধ্যে</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আমিই</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একাক্ষর</a:t>
            </a:r>
            <a:r>
              <a:rPr lang="en-US" altLang="en-US" sz="2800" b="1" dirty="0">
                <a:latin typeface="NikoshBAN" pitchFamily="2" charset="0"/>
                <a:ea typeface="NikoshBAN" pitchFamily="2" charset="0"/>
              </a:rPr>
              <a:t> </a:t>
            </a:r>
            <a:r>
              <a:rPr lang="en-IN" altLang="en-IN" sz="2800" b="1" dirty="0">
                <a:latin typeface="NikoshBAN" pitchFamily="2" charset="0"/>
                <a:ea typeface="NikoshBAN" pitchFamily="2" charset="0"/>
              </a:rPr>
              <a:t>ॐ</a:t>
            </a:r>
            <a:r>
              <a:rPr lang="en-US" altLang="en-IN" sz="2800" b="1" dirty="0">
                <a:latin typeface="NikoshBAN" pitchFamily="2" charset="0"/>
                <a:ea typeface="NikoshBAN" pitchFamily="2" charset="0"/>
              </a:rPr>
              <a:t>।</a:t>
            </a:r>
            <a:r>
              <a:rPr lang="en-US" altLang="en-US" sz="2800" b="1" dirty="0">
                <a:latin typeface="NikoshBAN" pitchFamily="2" charset="0"/>
                <a:ea typeface="NikoshBAN" pitchFamily="2" charset="0"/>
              </a:rPr>
              <a:t>" </a:t>
            </a:r>
            <a:endParaRPr lang="zh-CN" altLang="en-US" dirty="0"/>
          </a:p>
          <a:p>
            <a:pPr marL="0" lvl="0" indent="0" algn="ctr">
              <a:buFontTx/>
              <a:buNone/>
            </a:pPr>
            <a:endParaRPr lang="as-IN" altLang="en-US" sz="2800" dirty="0">
              <a:latin typeface="NikoshBAN" pitchFamily="2" charset="0"/>
              <a:ea typeface="NikoshBAN" pitchFamily="2" charset="0"/>
            </a:endParaRPr>
          </a:p>
          <a:p>
            <a:pPr marL="0" lvl="0" indent="0" algn="ctr">
              <a:buFontTx/>
              <a:buNone/>
            </a:pPr>
            <a:r>
              <a:rPr lang="as-IN" altLang="en-US" sz="2800" dirty="0">
                <a:latin typeface="NikoshBAN" pitchFamily="2" charset="0"/>
                <a:ea typeface="NikoshBAN" pitchFamily="2" charset="0"/>
              </a:rPr>
              <a:t>গীতা ৮.১৩ এ ঈশ্বর বলেছেন</a:t>
            </a:r>
            <a:r>
              <a:rPr lang="en-US" altLang="en-US" sz="2800" b="1" dirty="0">
                <a:latin typeface="NikoshBAN" pitchFamily="2" charset="0"/>
                <a:ea typeface="NikoshBAN" pitchFamily="2" charset="0"/>
              </a:rPr>
              <a:t>,"</a:t>
            </a:r>
            <a:r>
              <a:rPr lang="en-US" altLang="en-US" sz="2800" b="1" dirty="0" err="1">
                <a:latin typeface="NikoshBAN" pitchFamily="2" charset="0"/>
                <a:ea typeface="NikoshBAN" pitchFamily="2" charset="0"/>
              </a:rPr>
              <a:t>যিনি</a:t>
            </a:r>
            <a:r>
              <a:rPr lang="en-US" altLang="en-US" sz="2800" b="1" dirty="0">
                <a:latin typeface="NikoshBAN" pitchFamily="2" charset="0"/>
                <a:ea typeface="NikoshBAN" pitchFamily="2" charset="0"/>
              </a:rPr>
              <a:t> </a:t>
            </a:r>
            <a:r>
              <a:rPr lang="en-IN" altLang="en-IN" sz="2800" b="1" dirty="0">
                <a:latin typeface="NikoshBAN" pitchFamily="2" charset="0"/>
                <a:ea typeface="NikoshBAN" pitchFamily="2" charset="0"/>
              </a:rPr>
              <a:t>ॐ</a:t>
            </a:r>
            <a:r>
              <a:rPr lang="en-US" altLang="en-IN" sz="2800" b="1" dirty="0">
                <a:latin typeface="NikoshBAN" pitchFamily="2" charset="0"/>
                <a:ea typeface="NikoshBAN" pitchFamily="2" charset="0"/>
              </a:rPr>
              <a:t> </a:t>
            </a:r>
            <a:r>
              <a:rPr lang="en-US" altLang="en-US" sz="2800" b="1" dirty="0" err="1">
                <a:latin typeface="NikoshBAN" pitchFamily="2" charset="0"/>
                <a:ea typeface="NikoshBAN" pitchFamily="2" charset="0"/>
              </a:rPr>
              <a:t>উচ্চারণ</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করতে</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করতে</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তাঁকে</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স্মরণ</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করে</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দেহত্যাগ</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করেন</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তিনি</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পরমগতি</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লাভ</a:t>
            </a:r>
            <a:r>
              <a:rPr lang="en-US" altLang="en-US" sz="2800" b="1" dirty="0">
                <a:latin typeface="NikoshBAN" pitchFamily="2" charset="0"/>
                <a:ea typeface="NikoshBAN" pitchFamily="2" charset="0"/>
              </a:rPr>
              <a:t> </a:t>
            </a:r>
            <a:r>
              <a:rPr lang="en-US" altLang="en-US" sz="2800" b="1" dirty="0" err="1">
                <a:latin typeface="NikoshBAN" pitchFamily="2" charset="0"/>
                <a:ea typeface="NikoshBAN" pitchFamily="2" charset="0"/>
              </a:rPr>
              <a:t>করেন</a:t>
            </a:r>
            <a:r>
              <a:rPr lang="en-US" altLang="en-US" sz="2800" b="1" dirty="0">
                <a:latin typeface="NikoshBAN" pitchFamily="2" charset="0"/>
                <a:ea typeface="NikoshBAN" pitchFamily="2" charset="0"/>
              </a:rPr>
              <a:t>।“</a:t>
            </a:r>
            <a:endParaRPr lang="zh-CN" altLang="en-US" dirty="0"/>
          </a:p>
          <a:p>
            <a:pPr marL="0" lvl="0" indent="0" algn="ctr">
              <a:buFontTx/>
              <a:buNone/>
            </a:pPr>
            <a:endParaRPr lang="as-IN" altLang="en-US" sz="2800" dirty="0">
              <a:latin typeface="NikoshBAN" pitchFamily="2" charset="0"/>
              <a:ea typeface="NikoshBAN" pitchFamily="2" charset="0"/>
            </a:endParaRPr>
          </a:p>
          <a:p>
            <a:pPr marL="0" lvl="0" indent="0" algn="ctr">
              <a:buFontTx/>
              <a:buNone/>
            </a:pPr>
            <a:r>
              <a:rPr lang="as-IN" altLang="en-US" sz="2800" dirty="0">
                <a:latin typeface="NikoshBAN" pitchFamily="2" charset="0"/>
                <a:ea typeface="NikoshBAN" pitchFamily="2" charset="0"/>
              </a:rPr>
              <a:t>পতঞ্জল যোগদর্শন ১/২৭-২৭ পদে পাই, </a:t>
            </a:r>
            <a:r>
              <a:rPr lang="as-IN" altLang="en-US" sz="2800" b="1" dirty="0">
                <a:latin typeface="NikoshBAN" pitchFamily="2" charset="0"/>
                <a:ea typeface="NikoshBAN" pitchFamily="2" charset="0"/>
              </a:rPr>
              <a:t>"ওঙ্কার তাঁহার প্রকাশক শব্দ, ওঙ্কারের পুনঃপুনঃ উচ্চারণ ও উহার অর্থ ধ্যান সমাধিলাভের উপায়।</a:t>
            </a:r>
            <a:r>
              <a:rPr lang="en-US" altLang="en-US" sz="2800" b="1" dirty="0">
                <a:latin typeface="NikoshBAN" pitchFamily="2" charset="0"/>
                <a:ea typeface="NikoshBAN" pitchFamily="2" charset="0"/>
              </a:rPr>
              <a:t>‍</a:t>
            </a:r>
            <a:r>
              <a:rPr lang="en-US" altLang="en-IN" sz="2800" b="1" dirty="0">
                <a:latin typeface="NikoshBAN" pitchFamily="2" charset="0"/>
                <a:ea typeface="NikoshBAN" pitchFamily="2" charset="0"/>
              </a:rPr>
              <a:t>  </a:t>
            </a: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1" name="Subtitle 1048690"/>
          <p:cNvSpPr>
            <a:spLocks noGrp="1"/>
          </p:cNvSpPr>
          <p:nvPr>
            <p:ph type="subTitle" idx="1"/>
          </p:nvPr>
        </p:nvSpPr>
        <p:spPr>
          <a:xfrm>
            <a:off x="533400" y="2133600"/>
            <a:ext cx="8058440" cy="2875960"/>
          </a:xfrm>
        </p:spPr>
        <p:txBody>
          <a:bodyPr/>
          <a:lstStyle/>
          <a:p>
            <a:r>
              <a:rPr lang="en-US" sz="2800" dirty="0"/>
              <a:t>"</a:t>
            </a:r>
            <a:r>
              <a:rPr lang="en-US" sz="2800" dirty="0" err="1"/>
              <a:t>সমস্ত</a:t>
            </a:r>
            <a:r>
              <a:rPr lang="en-US" sz="2800" dirty="0"/>
              <a:t> </a:t>
            </a:r>
            <a:r>
              <a:rPr lang="en-US" sz="2800" dirty="0" err="1"/>
              <a:t>বাক্যের</a:t>
            </a:r>
            <a:r>
              <a:rPr lang="en-US" sz="2800" dirty="0"/>
              <a:t> </a:t>
            </a:r>
            <a:r>
              <a:rPr lang="en-US" sz="2800" dirty="0" err="1"/>
              <a:t>মধ্যে</a:t>
            </a:r>
            <a:r>
              <a:rPr lang="en-US" sz="2800" dirty="0"/>
              <a:t> </a:t>
            </a:r>
            <a:r>
              <a:rPr lang="en-US" sz="2800" dirty="0" err="1"/>
              <a:t>আমি</a:t>
            </a:r>
            <a:r>
              <a:rPr lang="en-US" sz="2800" dirty="0"/>
              <a:t> </a:t>
            </a:r>
            <a:r>
              <a:rPr lang="en-US" sz="2800" b="1" dirty="0" err="1"/>
              <a:t>প্রণব</a:t>
            </a:r>
            <a:r>
              <a:rPr lang="en-US" sz="2800" dirty="0"/>
              <a:t>"</a:t>
            </a:r>
          </a:p>
          <a:p>
            <a:r>
              <a:rPr lang="en-US" sz="2800" dirty="0"/>
              <a:t>-</a:t>
            </a:r>
            <a:r>
              <a:rPr lang="en-US" sz="2800" dirty="0" err="1"/>
              <a:t>শ্রীমদ্ভগবদ্গীতা</a:t>
            </a:r>
            <a:r>
              <a:rPr lang="en-US" sz="2800" dirty="0"/>
              <a:t> ১০/২৫।</a:t>
            </a:r>
          </a:p>
          <a:p>
            <a:endParaRPr lang="en-US" sz="2800" dirty="0"/>
          </a:p>
          <a:p>
            <a:r>
              <a:rPr lang="en-US" sz="2800" dirty="0"/>
              <a:t>"</a:t>
            </a:r>
            <a:r>
              <a:rPr lang="en-US" sz="2800" dirty="0" err="1"/>
              <a:t>আমিই</a:t>
            </a:r>
            <a:r>
              <a:rPr lang="en-US" sz="2800" dirty="0"/>
              <a:t> </a:t>
            </a:r>
            <a:r>
              <a:rPr lang="en-US" sz="2800" dirty="0" err="1"/>
              <a:t>সর্ব</a:t>
            </a:r>
            <a:r>
              <a:rPr lang="en-US" sz="2800" dirty="0"/>
              <a:t> </a:t>
            </a:r>
            <a:r>
              <a:rPr lang="en-US" sz="2800" dirty="0" err="1"/>
              <a:t>বেদের</a:t>
            </a:r>
            <a:r>
              <a:rPr lang="en-US" sz="2800" dirty="0"/>
              <a:t> </a:t>
            </a:r>
            <a:r>
              <a:rPr lang="en-US" sz="2800" b="1" dirty="0" err="1"/>
              <a:t>প্রণব</a:t>
            </a:r>
            <a:r>
              <a:rPr lang="en-US" sz="2800" dirty="0"/>
              <a:t>"</a:t>
            </a:r>
          </a:p>
          <a:p>
            <a:r>
              <a:rPr lang="en-US" sz="2800" dirty="0"/>
              <a:t>-</a:t>
            </a:r>
            <a:r>
              <a:rPr lang="en-US" sz="2800" dirty="0" err="1"/>
              <a:t>শ্রীমদ্ভগবদ্গীতা</a:t>
            </a:r>
            <a:r>
              <a:rPr lang="en-US" sz="2800" dirty="0"/>
              <a:t> ৭/৮।</a:t>
            </a:r>
          </a:p>
        </p:txBody>
      </p:sp>
      <p:sp>
        <p:nvSpPr>
          <p:cNvPr id="1048692" name="Title 1"/>
          <p:cNvSpPr/>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b="1" u="sng">
                <a:effectLst>
                  <a:outerShdw blurRad="38100" dist="38100" dir="2700000" algn="br" rotWithShape="0">
                    <a:srgbClr val="000000"/>
                  </a:outerShdw>
                </a:effectLst>
                <a:latin typeface="Arial"/>
              </a:rPr>
              <a:t>‘</a:t>
            </a:r>
            <a:r>
              <a:rPr lang="en-US" altLang="en-US" b="1" u="sng">
                <a:effectLst>
                  <a:outerShdw blurRad="38100" dist="38100" dir="2700000" algn="br" rotWithShape="0">
                    <a:srgbClr val="000000"/>
                  </a:outerShdw>
                </a:effectLst>
                <a:latin typeface="NikoshBAN" pitchFamily="2" charset="0"/>
                <a:ea typeface="NikoshBAN" pitchFamily="2" charset="0"/>
                <a:cs typeface="Arial"/>
              </a:rPr>
              <a:t>ঈশ্বরের নাম’</a:t>
            </a:r>
            <a:endParaRPr lang="en-US" altLang="en-US" b="1" u="sng">
              <a:effectLst>
                <a:outerShdw blurRad="38100" dist="38100" dir="2700000" algn="br" rotWithShape="0">
                  <a:srgbClr val="000000"/>
                </a:outerShdw>
              </a:effectLst>
              <a:latin typeface="NikoshBAN" pitchFamily="2" charset="0"/>
              <a:ea typeface="NikoshBAN" pitchFamily="2"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3" name="Subtitle 1048692"/>
          <p:cNvSpPr>
            <a:spLocks noGrp="1"/>
          </p:cNvSpPr>
          <p:nvPr>
            <p:ph type="subTitle" idx="1"/>
          </p:nvPr>
        </p:nvSpPr>
        <p:spPr>
          <a:xfrm>
            <a:off x="376713" y="2376880"/>
            <a:ext cx="8080140" cy="3200982"/>
          </a:xfrm>
        </p:spPr>
        <p:txBody>
          <a:bodyPr/>
          <a:lstStyle/>
          <a:p>
            <a:r>
              <a:rPr lang="en-US" sz="2800"/>
              <a:t>"হে পার্থ, যারা সমস্ত কর্ম আমাতে সমর্পণ করে সন্ন্যাস মতপরায়ণ হয়ে অনন্য ভক্তিযোগের দ্বারা আমার উপাসনা ও ধ্যান করেন, সেই সমস্ত ভক্তদের আমি অচিরেই সংসার থেকে উদ্ধার করি।"</a:t>
            </a:r>
          </a:p>
          <a:p>
            <a:endParaRPr lang="en-US" sz="2800"/>
          </a:p>
          <a:p>
            <a:r>
              <a:rPr lang="en-US" sz="2800"/>
              <a:t>-শ্রীমদ্ভগবদ্গীতা ১২/৬-৭</a:t>
            </a:r>
          </a:p>
        </p:txBody>
      </p:sp>
      <p:sp>
        <p:nvSpPr>
          <p:cNvPr id="1048694" name="Title 1"/>
          <p:cNvSpPr/>
          <p:nvPr/>
        </p:nvSpPr>
        <p:spPr>
          <a:xfrm>
            <a:off x="2124075" y="115887"/>
            <a:ext cx="5256212" cy="1011237"/>
          </a:xfrm>
          <a:prstGeom prst="rect">
            <a:avLst/>
          </a:prstGeom>
          <a:noFill/>
          <a:ln>
            <a:noFill/>
          </a:ln>
        </p:spPr>
        <p:txBody>
          <a:bodyPr vert="horz" lIns="91440" tIns="45720" rIns="91440" bIns="45720" anchor="b"/>
          <a:lstStyle>
            <a:lvl1pPr algn="ctr" fontAlgn="base">
              <a:spcBef>
                <a:spcPct val="0"/>
              </a:spcBef>
              <a:spcAft>
                <a:spcPct val="0"/>
              </a:spcAft>
              <a:defRPr sz="4400" kern="1200">
                <a:solidFill>
                  <a:srgbClr val="000000"/>
                </a:solidFill>
                <a:latin typeface="+mj-lt"/>
                <a:ea typeface="+mj-ea"/>
                <a:cs typeface="+mj-cs"/>
              </a:defRPr>
            </a:lvl1pPr>
            <a:lvl2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b="1" u="sng">
                <a:latin typeface="NikoshBAN" pitchFamily="2" charset="0"/>
                <a:ea typeface="NikoshBAN" pitchFamily="2" charset="0"/>
              </a:rPr>
              <a:t>“</a:t>
            </a:r>
            <a:r>
              <a:rPr lang="en-US" altLang="en-US" b="1" u="sng">
                <a:effectLst>
                  <a:outerShdw blurRad="38100" dist="38100" dir="2700000" algn="br" rotWithShape="0">
                    <a:srgbClr val="000000"/>
                  </a:outerShdw>
                </a:effectLst>
                <a:latin typeface="NikoshBAN" pitchFamily="2" charset="0"/>
                <a:ea typeface="NikoshBAN" pitchFamily="2" charset="0"/>
                <a:cs typeface="Arial"/>
              </a:rPr>
              <a:t>উপাসনা ও ধ্যান"</a:t>
            </a:r>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5" name="Title 1"/>
          <p:cNvSpPr>
            <a:spLocks noGrp="1"/>
          </p:cNvSpPr>
          <p:nvPr>
            <p:ph type="title"/>
          </p:nvPr>
        </p:nvSpPr>
        <p:spPr>
          <a:xfrm>
            <a:off x="457200" y="203200"/>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স্তুতি, প্রার্থনা, উপাসনাঃ</a:t>
            </a:r>
          </a:p>
        </p:txBody>
      </p:sp>
      <p:sp>
        <p:nvSpPr>
          <p:cNvPr id="1048696" name="Content Placeholder 2"/>
          <p:cNvSpPr>
            <a:spLocks noGrp="1"/>
          </p:cNvSpPr>
          <p:nvPr>
            <p:ph idx="1"/>
          </p:nvPr>
        </p:nvSpPr>
        <p:spPr>
          <a:xfrm>
            <a:off x="457199" y="2065214"/>
            <a:ext cx="8229600" cy="3822729"/>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lvl="0"/>
            <a:r>
              <a:rPr lang="en-US" altLang="en-US" sz="2800" b="1" u="none">
                <a:latin typeface="NikoshBAN" pitchFamily="2" charset="0"/>
                <a:ea typeface="NikoshBAN" pitchFamily="2" charset="0"/>
              </a:rPr>
              <a:t>স্তুতিঃ</a:t>
            </a:r>
            <a:r>
              <a:rPr lang="en-US" altLang="en-US" sz="2800" u="none">
                <a:latin typeface="NikoshBAN" pitchFamily="2" charset="0"/>
                <a:ea typeface="NikoshBAN" pitchFamily="2" charset="0"/>
              </a:rPr>
              <a:t> ঈশ্বরের গুণ কীর্তন। এতে ঈশ্বরের গুণ কর্ম স্বভাব অনুযায়ী নিজের গুণ কর্ম স্বভাব সংশোধন হয়।</a:t>
            </a:r>
          </a:p>
          <a:p>
            <a:pPr lvl="0"/>
            <a:endParaRPr lang="en-US" altLang="en-US" sz="2800" u="none">
              <a:latin typeface="NikoshBAN" pitchFamily="2" charset="0"/>
              <a:ea typeface="NikoshBAN" pitchFamily="2" charset="0"/>
            </a:endParaRPr>
          </a:p>
          <a:p>
            <a:pPr lvl="0"/>
            <a:r>
              <a:rPr lang="en-US" altLang="en-US" sz="2800" b="1" u="none">
                <a:latin typeface="NikoshBAN" pitchFamily="2" charset="0"/>
                <a:ea typeface="NikoshBAN" pitchFamily="2" charset="0"/>
              </a:rPr>
              <a:t>প্রার্থনাঃ</a:t>
            </a:r>
            <a:r>
              <a:rPr lang="en-US" altLang="en-US" sz="2800" u="none">
                <a:latin typeface="NikoshBAN" pitchFamily="2" charset="0"/>
                <a:ea typeface="NikoshBAN" pitchFamily="2" charset="0"/>
              </a:rPr>
              <a:t> নিরভিমানতা,উৎসাহ ও সাহায্য লাভ হয়।</a:t>
            </a:r>
          </a:p>
          <a:p>
            <a:pPr lvl="0"/>
            <a:endParaRPr lang="en-US" altLang="en-US" sz="2800" u="none">
              <a:latin typeface="NikoshBAN" pitchFamily="2" charset="0"/>
              <a:ea typeface="NikoshBAN" pitchFamily="2" charset="0"/>
            </a:endParaRPr>
          </a:p>
          <a:p>
            <a:pPr lvl="0"/>
            <a:r>
              <a:rPr lang="en-US" altLang="en-US" sz="2800" b="1" u="none">
                <a:latin typeface="NikoshBAN" pitchFamily="2" charset="0"/>
                <a:ea typeface="NikoshBAN" pitchFamily="2" charset="0"/>
              </a:rPr>
              <a:t>উপাসনাঃ</a:t>
            </a:r>
            <a:r>
              <a:rPr lang="en-US" altLang="en-US" sz="2800" u="none">
                <a:latin typeface="NikoshBAN" pitchFamily="2" charset="0"/>
                <a:ea typeface="NikoshBAN" pitchFamily="2" charset="0"/>
              </a:rPr>
              <a:t> পরম ব্রহ্মের সহিত মিলন ঘটে এবং তাহার সাক্ষাৎকার হয়।</a:t>
            </a:r>
          </a:p>
          <a:p>
            <a:pPr lvl="0"/>
            <a:endParaRPr lang="en-US" altLang="en-US" sz="2800" u="none">
              <a:latin typeface="NikoshBAN" pitchFamily="2" charset="0"/>
              <a:ea typeface="NikoshBAN" pitchFamily="2"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7" name="Title 1"/>
          <p:cNvSpPr>
            <a:spLocks noGrp="1"/>
          </p:cNvSpPr>
          <p:nvPr>
            <p:ph type="ctrTitle"/>
          </p:nvPr>
        </p:nvSpPr>
        <p:spPr>
          <a:xfrm>
            <a:off x="2124075" y="115887"/>
            <a:ext cx="5256212" cy="1011237"/>
          </a:xfrm>
          <a:prstGeom prst="rect">
            <a:avLst/>
          </a:prstGeom>
          <a:noFill/>
          <a:ln>
            <a:noFill/>
          </a:ln>
        </p:spPr>
        <p:txBody>
          <a:bodyPr vert="horz" lIns="91440" tIns="45720" rIns="91440" bIns="45720" anchor="b"/>
          <a:lstStyle>
            <a:lvl1pPr algn="ctr">
              <a:defRPr sz="4400"/>
            </a:lvl1pPr>
          </a:lstStyle>
          <a:p>
            <a:pPr lvl="0"/>
            <a:r>
              <a:rPr lang="en-US" altLang="en-US" b="1" u="sng">
                <a:latin typeface="NikoshBAN" pitchFamily="2" charset="0"/>
                <a:ea typeface="NikoshBAN" pitchFamily="2" charset="0"/>
              </a:rPr>
              <a:t>“</a:t>
            </a:r>
            <a:r>
              <a:rPr lang="en-US" altLang="en-US" b="1" u="sng">
                <a:effectLst>
                  <a:outerShdw blurRad="38100" dist="38100" dir="2700000" algn="br" rotWithShape="0">
                    <a:srgbClr val="000000"/>
                  </a:outerShdw>
                </a:effectLst>
                <a:latin typeface="NikoshBAN" pitchFamily="2" charset="0"/>
                <a:ea typeface="NikoshBAN" pitchFamily="2" charset="0"/>
              </a:rPr>
              <a:t>উপাসনা</a:t>
            </a:r>
            <a:r>
              <a:rPr lang="en-US" altLang="en-US" b="1" u="sng">
                <a:latin typeface="NikoshBAN" pitchFamily="2" charset="0"/>
                <a:ea typeface="NikoshBAN" pitchFamily="2" charset="0"/>
              </a:rPr>
              <a:t>”</a:t>
            </a:r>
          </a:p>
        </p:txBody>
      </p:sp>
      <p:sp>
        <p:nvSpPr>
          <p:cNvPr id="1048698" name="Subtitle 2"/>
          <p:cNvSpPr>
            <a:spLocks noGrp="1"/>
          </p:cNvSpPr>
          <p:nvPr>
            <p:ph type="subTitle" idx="1"/>
          </p:nvPr>
        </p:nvSpPr>
        <p:spPr>
          <a:xfrm>
            <a:off x="1187450" y="2492375"/>
            <a:ext cx="6858000" cy="2232025"/>
          </a:xfrm>
          <a:prstGeom prst="rect">
            <a:avLst/>
          </a:prstGeom>
          <a:noFill/>
          <a:ln>
            <a:noFill/>
          </a:ln>
        </p:spPr>
        <p:txBody>
          <a:bodyPr vert="horz" lIns="91440" tIns="45720" rIns="91440" bIns="45720" anchor="t"/>
          <a:lstStyle>
            <a:lvl1pPr marL="0" algn="ctr">
              <a:buFontTx/>
              <a:buNone/>
              <a:defRPr sz="3200">
                <a:solidFill>
                  <a:schemeClr val="dk1"/>
                </a:solidFill>
              </a:defRPr>
            </a:lvl1pPr>
            <a:lvl2pPr marL="457200" algn="ctr">
              <a:buFontTx/>
              <a:buNone/>
            </a:lvl2pPr>
            <a:lvl3pPr marL="914400" algn="ctr">
              <a:buFontTx/>
              <a:buNone/>
            </a:lvl3pPr>
            <a:lvl4pPr marL="1371600" algn="ctr">
              <a:buFontTx/>
              <a:buNone/>
            </a:lvl4pPr>
            <a:lvl5pPr marL="1828800" algn="ctr">
              <a:buFontTx/>
              <a:buNone/>
            </a:lvl5pPr>
          </a:lstStyle>
          <a:p>
            <a:pPr marL="342900" lvl="0" indent="-342900">
              <a:buFontTx/>
              <a:buChar char="•"/>
            </a:pPr>
            <a:r>
              <a:rPr lang="en-US" altLang="en-US">
                <a:latin typeface="NikoshBAN" pitchFamily="2" charset="0"/>
                <a:ea typeface="NikoshBAN" pitchFamily="2" charset="0"/>
              </a:rPr>
              <a:t>ঈশ্বর সর্বব্যাপক, আমি তাঁর নিকটে আছি এবং তিনি আমার নিকটে আছেন, এইরুপ জ্ঞান সহকারে যোগাভ্যাস দ্বারা ঈশ্বর সাক্ষাৎকার করার নাম উপাসনা।</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9" name="Title 1"/>
          <p:cNvSpPr>
            <a:spLocks noGrp="1"/>
          </p:cNvSpPr>
          <p:nvPr>
            <p:ph type="title"/>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“সন্ধ্যা উপাসনা”</a:t>
            </a:r>
          </a:p>
        </p:txBody>
      </p:sp>
      <p:sp>
        <p:nvSpPr>
          <p:cNvPr id="1048700" name="Content Placeholder 2"/>
          <p:cNvSpPr>
            <a:spLocks noGrp="1"/>
          </p:cNvSpPr>
          <p:nvPr>
            <p:ph idx="1"/>
          </p:nvPr>
        </p:nvSpPr>
        <p:spPr>
          <a:xfrm>
            <a:off x="457199" y="1994312"/>
            <a:ext cx="8229600" cy="3760832"/>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lvl="0" algn="ctr"/>
            <a:r>
              <a:rPr lang="en-US" altLang="en-US" sz="2800" dirty="0">
                <a:latin typeface="NikoshBAN" pitchFamily="2" charset="0"/>
                <a:ea typeface="NikoshBAN" pitchFamily="2" charset="0"/>
              </a:rPr>
              <a:t>“</a:t>
            </a:r>
            <a:r>
              <a:rPr lang="en-US" altLang="en-US" sz="2800" dirty="0" err="1">
                <a:latin typeface="NikoshBAN" pitchFamily="2" charset="0"/>
                <a:ea typeface="NikoshBAN" pitchFamily="2" charset="0"/>
              </a:rPr>
              <a:t>সায়ঙ</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সায়ং</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গৃহ</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পতির্নো</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প্রাতঃ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প্রাতঃ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সৌমনস্য</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দাতা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বসোর্বসোর্বসুদান</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এধিবয়ংত্বেংনন্ধানাস্তম্বং</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পুষেম</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অথর্ববেদ</a:t>
            </a:r>
            <a:r>
              <a:rPr lang="en-US" altLang="en-US" sz="2800" dirty="0">
                <a:latin typeface="NikoshBAN" pitchFamily="2" charset="0"/>
                <a:ea typeface="NikoshBAN" pitchFamily="2" charset="0"/>
              </a:rPr>
              <a:t> ১৯/৫৫/৩) </a:t>
            </a:r>
          </a:p>
          <a:p>
            <a:pPr lvl="0" algn="ctr">
              <a:buFontTx/>
              <a:buNone/>
            </a:pPr>
            <a:endParaRPr lang="en-US" altLang="en-US" sz="2800" dirty="0">
              <a:latin typeface="NikoshBAN" pitchFamily="2" charset="0"/>
              <a:ea typeface="NikoshBAN" pitchFamily="2" charset="0"/>
            </a:endParaRPr>
          </a:p>
          <a:p>
            <a:pPr lvl="0" algn="ctr">
              <a:buFontTx/>
              <a:buNone/>
            </a:pPr>
            <a:r>
              <a:rPr lang="en-US" altLang="en-US" sz="2800" dirty="0" err="1">
                <a:latin typeface="NikoshBAN" pitchFamily="2" charset="0"/>
                <a:ea typeface="NikoshBAN" pitchFamily="2" charset="0"/>
              </a:rPr>
              <a:t>প্রতিনিয়ত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সায়ান্নে</a:t>
            </a:r>
            <a:r>
              <a:rPr lang="en-US" altLang="en-US" sz="2800" dirty="0">
                <a:latin typeface="NikoshBAN" pitchFamily="2" charset="0"/>
                <a:ea typeface="NikoshBAN" pitchFamily="2" charset="0"/>
              </a:rPr>
              <a:t> ও </a:t>
            </a:r>
            <a:r>
              <a:rPr lang="en-US" altLang="en-US" sz="2800" dirty="0" err="1">
                <a:latin typeface="NikoshBAN" pitchFamily="2" charset="0"/>
                <a:ea typeface="NikoshBAN" pitchFamily="2" charset="0"/>
              </a:rPr>
              <a:t>প্রাতঃকালে</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আমাদের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গৃহের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রক্ষক</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তেজস্বী</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ঈশ্বর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তুমি</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দাতা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হও</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তোমাকে</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প্রকাশিত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করে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আমরা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আমাদের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শরীরকে</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পুষ্ট</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করি</a:t>
            </a:r>
            <a:r>
              <a:rPr lang="en-US" altLang="en-US" sz="2800" dirty="0">
                <a:latin typeface="NikoshBAN" pitchFamily="2" charset="0"/>
                <a:ea typeface="NikoshBAN" pitchFamily="2" charset="0"/>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1" name="Title 1"/>
          <p:cNvSpPr>
            <a:spLocks noGrp="1"/>
          </p:cNvSpPr>
          <p:nvPr>
            <p:ph type="title"/>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“যোগ”</a:t>
            </a:r>
          </a:p>
        </p:txBody>
      </p:sp>
      <p:sp>
        <p:nvSpPr>
          <p:cNvPr id="1048702" name="Content Placeholder 2"/>
          <p:cNvSpPr>
            <a:spLocks noGrp="1"/>
          </p:cNvSpPr>
          <p:nvPr>
            <p:ph idx="1"/>
          </p:nvPr>
        </p:nvSpPr>
        <p:spPr>
          <a:xfrm>
            <a:off x="457200" y="1884850"/>
            <a:ext cx="8491285" cy="4452260"/>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lgn="ctr">
              <a:buFontTx/>
              <a:buNone/>
            </a:pPr>
            <a:r>
              <a:rPr lang="as-IN" altLang="en-US" sz="2800">
                <a:latin typeface="NikoshBAN" pitchFamily="2" charset="0"/>
                <a:ea typeface="NikoshBAN" pitchFamily="2" charset="0"/>
              </a:rPr>
              <a:t>"(সকামভাবসম্পন্ন) </a:t>
            </a:r>
            <a:r>
              <a:rPr lang="as-IN" altLang="en-US" sz="2800" b="1">
                <a:latin typeface="NikoshBAN" pitchFamily="2" charset="0"/>
                <a:ea typeface="NikoshBAN" pitchFamily="2" charset="0"/>
              </a:rPr>
              <a:t>তপস্বিগণ</a:t>
            </a:r>
            <a:r>
              <a:rPr lang="as-IN" altLang="en-US" sz="2800">
                <a:latin typeface="NikoshBAN" pitchFamily="2" charset="0"/>
                <a:ea typeface="NikoshBAN" pitchFamily="2" charset="0"/>
              </a:rPr>
              <a:t> অপেক্ষা যোগী শ্রেষ্ঠ, </a:t>
            </a:r>
            <a:r>
              <a:rPr lang="as-IN" altLang="en-US" sz="2800" b="1">
                <a:latin typeface="NikoshBAN" pitchFamily="2" charset="0"/>
                <a:ea typeface="NikoshBAN" pitchFamily="2" charset="0"/>
              </a:rPr>
              <a:t>জ্ঞানীগণের</a:t>
            </a:r>
            <a:r>
              <a:rPr lang="as-IN" altLang="en-US" sz="2800">
                <a:latin typeface="NikoshBAN" pitchFamily="2" charset="0"/>
                <a:ea typeface="NikoshBAN" pitchFamily="2" charset="0"/>
              </a:rPr>
              <a:t> থেকেও যোগী শ্রেষ্ঠ এবং </a:t>
            </a:r>
            <a:r>
              <a:rPr lang="as-IN" altLang="en-US" sz="2800" b="1">
                <a:latin typeface="NikoshBAN" pitchFamily="2" charset="0"/>
                <a:ea typeface="NikoshBAN" pitchFamily="2" charset="0"/>
              </a:rPr>
              <a:t>কর্মীগণের</a:t>
            </a:r>
            <a:r>
              <a:rPr lang="as-IN" altLang="en-US" sz="2800">
                <a:latin typeface="NikoshBAN" pitchFamily="2" charset="0"/>
                <a:ea typeface="NikoshBAN" pitchFamily="2" charset="0"/>
              </a:rPr>
              <a:t> থেকেও যোগী শ্রেষ্ঠ-এই ই আমার মত। অতএব হে অর্জুন! </a:t>
            </a:r>
            <a:r>
              <a:rPr lang="as-IN" altLang="en-US" sz="2800" b="1">
                <a:latin typeface="NikoshBAN" pitchFamily="2" charset="0"/>
                <a:ea typeface="NikoshBAN" pitchFamily="2" charset="0"/>
              </a:rPr>
              <a:t>তুমি যোগী হও।</a:t>
            </a:r>
            <a:r>
              <a:rPr lang="as-IN" altLang="en-US" sz="2800">
                <a:latin typeface="NikoshBAN" pitchFamily="2" charset="0"/>
                <a:ea typeface="NikoshBAN" pitchFamily="2" charset="0"/>
              </a:rPr>
              <a:t>।" -শ্রীমদ্ভগবদ্গীতা ৬/৪৬।</a:t>
            </a:r>
          </a:p>
          <a:p>
            <a:pPr marL="0" lvl="0" indent="0"/>
            <a:endParaRPr lang="as-IN" altLang="en-US" sz="2800">
              <a:latin typeface="NikoshBAN" pitchFamily="2" charset="0"/>
              <a:ea typeface="NikoshBAN" pitchFamily="2" charset="0"/>
            </a:endParaRPr>
          </a:p>
          <a:p>
            <a:pPr marL="0" lvl="0" indent="0" algn="ctr">
              <a:buFontTx/>
              <a:buNone/>
            </a:pPr>
            <a:r>
              <a:rPr lang="as-IN" altLang="en-US" sz="2800">
                <a:latin typeface="NikoshBAN" pitchFamily="2" charset="0"/>
                <a:ea typeface="NikoshBAN" pitchFamily="2" charset="0"/>
              </a:rPr>
              <a:t>"যে অবস্থায় দুঃখের সংযোগই বিয়োগ হয়েছে তাকেই 'যোগ' বলে জানবে।</a:t>
            </a:r>
            <a:r>
              <a:rPr lang="en-US" altLang="en-US" sz="2800">
                <a:latin typeface="NikoshBAN" pitchFamily="2" charset="0"/>
                <a:ea typeface="NikoshBAN" pitchFamily="2" charset="0"/>
              </a:rPr>
              <a:t> </a:t>
            </a:r>
            <a:r>
              <a:rPr lang="as-IN" altLang="en-US" sz="2800" b="1">
                <a:latin typeface="NikoshBAN" pitchFamily="2" charset="0"/>
                <a:ea typeface="NikoshBAN" pitchFamily="2" charset="0"/>
              </a:rPr>
              <a:t>সেই ধ্যানযোগ অনির্বিঘ্ন চিত্তে অধ্যাবসায় সহকারে অভ্যাস করা কর্তব্য।"</a:t>
            </a:r>
            <a:endParaRPr lang="zh-CN" altLang="en-US" sz="2800" b="1"/>
          </a:p>
          <a:p>
            <a:pPr marL="0" lvl="0" indent="0" algn="ctr">
              <a:buFontTx/>
              <a:buNone/>
            </a:pPr>
            <a:r>
              <a:rPr lang="as-IN" altLang="en-US" sz="2800">
                <a:latin typeface="NikoshBAN" pitchFamily="2" charset="0"/>
                <a:ea typeface="NikoshBAN" pitchFamily="2" charset="0"/>
              </a:rPr>
              <a:t>-শ্রীমদভগবদগীতা ৬/২৪।</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3" name="Subtitle 1048702"/>
          <p:cNvSpPr>
            <a:spLocks noGrp="1"/>
          </p:cNvSpPr>
          <p:nvPr>
            <p:ph type="subTitle" idx="1"/>
          </p:nvPr>
        </p:nvSpPr>
        <p:spPr>
          <a:xfrm>
            <a:off x="295677" y="1700284"/>
            <a:ext cx="8552645" cy="4215734"/>
          </a:xfrm>
        </p:spPr>
        <p:txBody>
          <a:bodyPr/>
          <a:lstStyle/>
          <a:p>
            <a:endParaRPr lang="en-US" sz="2800" dirty="0"/>
          </a:p>
          <a:p>
            <a:r>
              <a:rPr lang="en-US" sz="2800" dirty="0"/>
              <a:t>"</a:t>
            </a:r>
            <a:r>
              <a:rPr lang="en-US" sz="2800" dirty="0" err="1"/>
              <a:t>চিত্ত</a:t>
            </a:r>
            <a:r>
              <a:rPr lang="en-US" sz="2800" dirty="0"/>
              <a:t> ও </a:t>
            </a:r>
            <a:r>
              <a:rPr lang="en-US" sz="2800" dirty="0" err="1"/>
              <a:t>আত্মাকে</a:t>
            </a:r>
            <a:r>
              <a:rPr lang="en-US" sz="2800" dirty="0"/>
              <a:t> </a:t>
            </a:r>
            <a:r>
              <a:rPr lang="en-US" sz="2800" dirty="0" err="1"/>
              <a:t>বশীভূতকারী</a:t>
            </a:r>
            <a:r>
              <a:rPr lang="en-US" sz="2800" dirty="0"/>
              <a:t>, </a:t>
            </a:r>
            <a:r>
              <a:rPr lang="en-US" sz="2800" dirty="0" err="1"/>
              <a:t>কামনাশূণ্য</a:t>
            </a:r>
            <a:r>
              <a:rPr lang="en-US" sz="2800" dirty="0"/>
              <a:t> </a:t>
            </a:r>
            <a:r>
              <a:rPr lang="en-US" sz="2800" dirty="0" err="1"/>
              <a:t>এবং</a:t>
            </a:r>
            <a:r>
              <a:rPr lang="en-US" sz="2800" dirty="0"/>
              <a:t> </a:t>
            </a:r>
            <a:r>
              <a:rPr lang="en-US" sz="2800" dirty="0" err="1"/>
              <a:t>পরিগ্রহরহিত</a:t>
            </a:r>
            <a:r>
              <a:rPr lang="en-US" sz="2800" dirty="0"/>
              <a:t> </a:t>
            </a:r>
            <a:r>
              <a:rPr lang="en-US" sz="2800" dirty="0" err="1"/>
              <a:t>যোগী</a:t>
            </a:r>
            <a:r>
              <a:rPr lang="en-US" sz="2800" dirty="0"/>
              <a:t> </a:t>
            </a:r>
            <a:r>
              <a:rPr lang="en-US" sz="2800" dirty="0" err="1"/>
              <a:t>একা</a:t>
            </a:r>
            <a:r>
              <a:rPr lang="en-US" sz="2800" dirty="0"/>
              <a:t> </a:t>
            </a:r>
            <a:r>
              <a:rPr lang="en-US" sz="2800" b="1" dirty="0" err="1"/>
              <a:t>নির্জন</a:t>
            </a:r>
            <a:r>
              <a:rPr lang="en-US" sz="2800" b="1" dirty="0"/>
              <a:t> </a:t>
            </a:r>
            <a:r>
              <a:rPr lang="en-US" sz="2800" b="1" dirty="0" err="1"/>
              <a:t>স্থানে</a:t>
            </a:r>
            <a:r>
              <a:rPr lang="en-US" sz="2800" b="1" dirty="0"/>
              <a:t> </a:t>
            </a:r>
            <a:r>
              <a:rPr lang="en-US" sz="2800" dirty="0" err="1"/>
              <a:t>স্থিত</a:t>
            </a:r>
            <a:r>
              <a:rPr lang="en-US" sz="2800" dirty="0"/>
              <a:t> </a:t>
            </a:r>
            <a:r>
              <a:rPr lang="en-US" sz="2800" dirty="0" err="1"/>
              <a:t>হয়ে</a:t>
            </a:r>
            <a:r>
              <a:rPr lang="en-US" sz="2800" dirty="0"/>
              <a:t> </a:t>
            </a:r>
            <a:r>
              <a:rPr lang="en-US" sz="2800" dirty="0" err="1"/>
              <a:t>নিরন্তর</a:t>
            </a:r>
            <a:r>
              <a:rPr lang="en-US" sz="2800" dirty="0"/>
              <a:t> </a:t>
            </a:r>
            <a:r>
              <a:rPr lang="en-US" sz="2800" dirty="0" err="1"/>
              <a:t>আত্মাকে</a:t>
            </a:r>
            <a:r>
              <a:rPr lang="en-US" sz="2800" dirty="0"/>
              <a:t> </a:t>
            </a:r>
            <a:r>
              <a:rPr lang="en-US" sz="2800" dirty="0" err="1"/>
              <a:t>যোগে</a:t>
            </a:r>
            <a:r>
              <a:rPr lang="en-US" sz="2800" dirty="0"/>
              <a:t> </a:t>
            </a:r>
            <a:r>
              <a:rPr lang="en-US" sz="2800" dirty="0" err="1"/>
              <a:t>নিযুক্ত</a:t>
            </a:r>
            <a:r>
              <a:rPr lang="en-US" sz="2800" dirty="0"/>
              <a:t> </a:t>
            </a:r>
            <a:r>
              <a:rPr lang="en-US" sz="2800" dirty="0" err="1"/>
              <a:t>করবে</a:t>
            </a:r>
            <a:r>
              <a:rPr lang="en-US" sz="2800" dirty="0"/>
              <a:t>।" –</a:t>
            </a:r>
            <a:r>
              <a:rPr lang="as-IN" altLang="en-US" sz="2800" dirty="0">
                <a:latin typeface="NikoshBAN" pitchFamily="2" charset="0"/>
                <a:ea typeface="NikoshBAN" pitchFamily="2" charset="0"/>
              </a:rPr>
              <a:t>শ্রীমদ্ভগবদ্গীতা</a:t>
            </a:r>
            <a:r>
              <a:rPr lang="en-US" altLang="en-US" sz="2800" dirty="0">
                <a:latin typeface="NikoshBAN" pitchFamily="2" charset="0"/>
                <a:ea typeface="NikoshBAN" pitchFamily="2" charset="0"/>
              </a:rPr>
              <a:t> </a:t>
            </a:r>
            <a:r>
              <a:rPr lang="en-US" sz="2800" dirty="0"/>
              <a:t>৬/১০।</a:t>
            </a:r>
          </a:p>
          <a:p>
            <a:endParaRPr lang="en-US" sz="2800" dirty="0"/>
          </a:p>
          <a:p>
            <a:r>
              <a:rPr lang="en-US" sz="2800" dirty="0"/>
              <a:t>"</a:t>
            </a:r>
            <a:r>
              <a:rPr lang="en-US" sz="2800" dirty="0" err="1"/>
              <a:t>সংযতচিত্ত</a:t>
            </a:r>
            <a:r>
              <a:rPr lang="en-US" sz="2800" dirty="0"/>
              <a:t> </a:t>
            </a:r>
            <a:r>
              <a:rPr lang="en-US" sz="2800" b="1" dirty="0" err="1"/>
              <a:t>যোগী</a:t>
            </a:r>
            <a:r>
              <a:rPr lang="en-US" sz="2800" dirty="0"/>
              <a:t> </a:t>
            </a:r>
            <a:r>
              <a:rPr lang="en-US" sz="2800" dirty="0" err="1"/>
              <a:t>এভাবে</a:t>
            </a:r>
            <a:r>
              <a:rPr lang="en-US" sz="2800" dirty="0"/>
              <a:t> </a:t>
            </a:r>
            <a:r>
              <a:rPr lang="en-US" sz="2800" dirty="0" err="1"/>
              <a:t>আত্মাকে</a:t>
            </a:r>
            <a:r>
              <a:rPr lang="en-US" sz="2800" dirty="0"/>
              <a:t> </a:t>
            </a:r>
            <a:r>
              <a:rPr lang="en-US" sz="2800" dirty="0" err="1"/>
              <a:t>নিরন্তর</a:t>
            </a:r>
            <a:r>
              <a:rPr lang="en-US" sz="2800" dirty="0"/>
              <a:t> </a:t>
            </a:r>
            <a:r>
              <a:rPr lang="en-US" sz="2800" dirty="0" err="1"/>
              <a:t>যোগযুক্ত</a:t>
            </a:r>
            <a:r>
              <a:rPr lang="en-US" sz="2800" dirty="0"/>
              <a:t> </a:t>
            </a:r>
            <a:r>
              <a:rPr lang="en-US" sz="2800" dirty="0" err="1"/>
              <a:t>করে</a:t>
            </a:r>
            <a:r>
              <a:rPr lang="en-US" sz="2800" dirty="0"/>
              <a:t> </a:t>
            </a:r>
            <a:r>
              <a:rPr lang="en-US" sz="2800" dirty="0" err="1"/>
              <a:t>আমাতে</a:t>
            </a:r>
            <a:r>
              <a:rPr lang="en-US" sz="2800" dirty="0"/>
              <a:t> </a:t>
            </a:r>
            <a:r>
              <a:rPr lang="en-US" sz="2800" dirty="0" err="1"/>
              <a:t>স্থিতিরুপ</a:t>
            </a:r>
            <a:r>
              <a:rPr lang="en-US" sz="2800" dirty="0"/>
              <a:t> </a:t>
            </a:r>
            <a:r>
              <a:rPr lang="en-US" sz="2800" dirty="0" err="1"/>
              <a:t>নির্বাণ</a:t>
            </a:r>
            <a:r>
              <a:rPr lang="en-US" sz="2800" dirty="0"/>
              <a:t> </a:t>
            </a:r>
            <a:r>
              <a:rPr lang="en-US" sz="2800" b="1" dirty="0" err="1"/>
              <a:t>পরম</a:t>
            </a:r>
            <a:r>
              <a:rPr lang="en-US" sz="2800" b="1" dirty="0"/>
              <a:t> </a:t>
            </a:r>
            <a:r>
              <a:rPr lang="en-US" sz="2800" b="1" dirty="0" err="1"/>
              <a:t>শান্তি</a:t>
            </a:r>
            <a:r>
              <a:rPr lang="en-US" sz="2800" b="1" dirty="0"/>
              <a:t> </a:t>
            </a:r>
            <a:r>
              <a:rPr lang="en-US" sz="2800" b="1" dirty="0" err="1"/>
              <a:t>প্রাপ্ত</a:t>
            </a:r>
            <a:r>
              <a:rPr lang="en-US" sz="2800" b="1" dirty="0"/>
              <a:t> </a:t>
            </a:r>
            <a:r>
              <a:rPr lang="en-US" sz="2800" b="1" dirty="0" err="1"/>
              <a:t>করেন</a:t>
            </a:r>
            <a:r>
              <a:rPr lang="en-US" sz="2800" b="1" dirty="0"/>
              <a:t>।</a:t>
            </a:r>
            <a:r>
              <a:rPr lang="en-US" sz="2800" dirty="0"/>
              <a:t>" </a:t>
            </a:r>
          </a:p>
          <a:p>
            <a:r>
              <a:rPr lang="en-US" sz="2800" dirty="0"/>
              <a:t>-</a:t>
            </a:r>
            <a:r>
              <a:rPr lang="as-IN" altLang="en-US" sz="2800" dirty="0">
                <a:latin typeface="NikoshBAN" pitchFamily="2" charset="0"/>
                <a:ea typeface="NikoshBAN" pitchFamily="2" charset="0"/>
              </a:rPr>
              <a:t>শ্রীমদ্ভগবদ্গীতা</a:t>
            </a:r>
            <a:r>
              <a:rPr lang="en-US" altLang="en-US" sz="2800" dirty="0">
                <a:latin typeface="NikoshBAN" pitchFamily="2" charset="0"/>
                <a:ea typeface="NikoshBAN" pitchFamily="2" charset="0"/>
              </a:rPr>
              <a:t> </a:t>
            </a:r>
            <a:r>
              <a:rPr lang="en-US" sz="2800" dirty="0"/>
              <a:t>৬/১৫।</a:t>
            </a:r>
          </a:p>
          <a:p>
            <a:endParaRPr lang="en-US" sz="2800" dirty="0"/>
          </a:p>
          <a:p>
            <a:endParaRPr lang="en-US" sz="2800" dirty="0"/>
          </a:p>
        </p:txBody>
      </p:sp>
      <p:sp>
        <p:nvSpPr>
          <p:cNvPr id="1048704" name="Title 1"/>
          <p:cNvSpPr/>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“যোগ”</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5" name="Subtitle 1048704"/>
          <p:cNvSpPr>
            <a:spLocks noGrp="1"/>
          </p:cNvSpPr>
          <p:nvPr>
            <p:ph type="subTitle" idx="1"/>
          </p:nvPr>
        </p:nvSpPr>
        <p:spPr>
          <a:xfrm>
            <a:off x="568905" y="2056132"/>
            <a:ext cx="8466157" cy="2996988"/>
          </a:xfrm>
        </p:spPr>
        <p:txBody>
          <a:bodyPr/>
          <a:lstStyle/>
          <a:p>
            <a:endParaRPr lang="en-US" sz="2800"/>
          </a:p>
          <a:p>
            <a:r>
              <a:rPr lang="en-US" sz="2800"/>
              <a:t>"কিন্তু হে অর্জুন! অতিরিক্ত আহারকারীর যোগ হয়না ও একান্ত অনাহারীরও যোগ হয়না এবং অতিরিক্ত নিদ্রাশীলের যোগ হয়না ও জাগরণশীলেরও যোগ হয়না। যার আহার-বিহার যুক্ত, যার কর্ম চেষ্টাও যুক্ত, নিদ্রা-জাগরণও যুক্ত, তার যোগ দুঃখনাশকারী হয়।" -</a:t>
            </a:r>
            <a:r>
              <a:rPr lang="as-IN" altLang="en-US" sz="2800">
                <a:latin typeface="NikoshBAN" pitchFamily="2" charset="0"/>
                <a:ea typeface="NikoshBAN" pitchFamily="2" charset="0"/>
              </a:rPr>
              <a:t>শ্রীমদ্ভগবদ্গীতা</a:t>
            </a:r>
            <a:r>
              <a:rPr lang="en-US" sz="2800"/>
              <a:t> ৬/১৬-১৭।</a:t>
            </a:r>
          </a:p>
        </p:txBody>
      </p:sp>
      <p:sp>
        <p:nvSpPr>
          <p:cNvPr id="1048706" name="Title 1"/>
          <p:cNvSpPr/>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“যোগীর আহার-নিদ্রা-কর্ম"</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7" name="Title 1"/>
          <p:cNvSpPr/>
          <p:nvPr/>
        </p:nvSpPr>
        <p:spPr>
          <a:xfrm>
            <a:off x="457199" y="346622"/>
            <a:ext cx="8229600" cy="431253"/>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b="1" u="sng">
                <a:effectLst>
                  <a:outerShdw blurRad="38100" dist="38100" dir="2700000" algn="br" rotWithShape="0">
                    <a:srgbClr val="000000"/>
                  </a:outerShdw>
                </a:effectLst>
                <a:latin typeface="NikoshBAN" pitchFamily="2" charset="0"/>
                <a:ea typeface="NikoshBAN" pitchFamily="2" charset="0"/>
                <a:cs typeface="Arial"/>
              </a:rPr>
              <a:t>"যোগীর কর্মরহস্য"</a:t>
            </a:r>
            <a:endParaRPr lang="en-US" altLang="en-US" b="1" u="sng">
              <a:effectLst>
                <a:outerShdw blurRad="38100" dist="38100" dir="2700000" algn="br" rotWithShape="0">
                  <a:srgbClr val="000000"/>
                </a:outerShdw>
              </a:effectLst>
              <a:latin typeface="NikoshBAN" pitchFamily="2" charset="0"/>
              <a:ea typeface="NikoshBAN" pitchFamily="2" charset="0"/>
            </a:endParaRPr>
          </a:p>
        </p:txBody>
      </p:sp>
      <p:sp>
        <p:nvSpPr>
          <p:cNvPr id="1048708" name="TextBox 1048707"/>
          <p:cNvSpPr txBox="1"/>
          <p:nvPr/>
        </p:nvSpPr>
        <p:spPr>
          <a:xfrm>
            <a:off x="544381" y="2335529"/>
            <a:ext cx="8337872" cy="1815882"/>
          </a:xfrm>
          <a:prstGeom prst="rect">
            <a:avLst/>
          </a:prstGeom>
        </p:spPr>
        <p:txBody>
          <a:bodyPr wrap="square" rtlCol="0">
            <a:spAutoFit/>
          </a:bodyPr>
          <a:lstStyle/>
          <a:p>
            <a:pPr algn="ctr"/>
            <a:r>
              <a:rPr lang="en-US" sz="2800" dirty="0">
                <a:solidFill>
                  <a:srgbClr val="000000"/>
                </a:solidFill>
              </a:rPr>
              <a:t>"</a:t>
            </a:r>
            <a:r>
              <a:rPr lang="en-US" sz="2800" dirty="0" err="1">
                <a:solidFill>
                  <a:srgbClr val="000000"/>
                </a:solidFill>
              </a:rPr>
              <a:t>ভগবান</a:t>
            </a:r>
            <a:r>
              <a:rPr lang="en-US" sz="2800" dirty="0">
                <a:solidFill>
                  <a:srgbClr val="000000"/>
                </a:solidFill>
              </a:rPr>
              <a:t> </a:t>
            </a:r>
            <a:r>
              <a:rPr lang="en-US" sz="2800" dirty="0" err="1">
                <a:solidFill>
                  <a:srgbClr val="000000"/>
                </a:solidFill>
              </a:rPr>
              <a:t>বললেন-যিনি</a:t>
            </a:r>
            <a:r>
              <a:rPr lang="en-US" sz="2800" dirty="0">
                <a:solidFill>
                  <a:srgbClr val="000000"/>
                </a:solidFill>
              </a:rPr>
              <a:t> </a:t>
            </a:r>
            <a:r>
              <a:rPr lang="en-US" sz="2800" dirty="0" err="1">
                <a:solidFill>
                  <a:srgbClr val="000000"/>
                </a:solidFill>
              </a:rPr>
              <a:t>কর্ম</a:t>
            </a:r>
            <a:r>
              <a:rPr lang="en-US" sz="2800" dirty="0">
                <a:solidFill>
                  <a:srgbClr val="000000"/>
                </a:solidFill>
              </a:rPr>
              <a:t> </a:t>
            </a:r>
            <a:r>
              <a:rPr lang="en-US" sz="2800" dirty="0" err="1">
                <a:solidFill>
                  <a:srgbClr val="000000"/>
                </a:solidFill>
              </a:rPr>
              <a:t>ত্যাগ</a:t>
            </a:r>
            <a:r>
              <a:rPr lang="en-US" sz="2800" dirty="0">
                <a:solidFill>
                  <a:srgbClr val="000000"/>
                </a:solidFill>
              </a:rPr>
              <a:t> </a:t>
            </a:r>
            <a:r>
              <a:rPr lang="en-US" sz="2800" dirty="0" err="1">
                <a:solidFill>
                  <a:srgbClr val="000000"/>
                </a:solidFill>
              </a:rPr>
              <a:t>করেছেন</a:t>
            </a:r>
            <a:r>
              <a:rPr lang="en-US" sz="2800" dirty="0">
                <a:solidFill>
                  <a:srgbClr val="000000"/>
                </a:solidFill>
              </a:rPr>
              <a:t> </a:t>
            </a:r>
            <a:r>
              <a:rPr lang="en-US" sz="2800" dirty="0" err="1">
                <a:solidFill>
                  <a:srgbClr val="000000"/>
                </a:solidFill>
              </a:rPr>
              <a:t>তিনিই</a:t>
            </a:r>
            <a:r>
              <a:rPr lang="en-US" sz="2800" dirty="0">
                <a:solidFill>
                  <a:srgbClr val="000000"/>
                </a:solidFill>
              </a:rPr>
              <a:t> </a:t>
            </a:r>
            <a:r>
              <a:rPr lang="en-US" sz="2800" dirty="0" err="1">
                <a:solidFill>
                  <a:srgbClr val="000000"/>
                </a:solidFill>
              </a:rPr>
              <a:t>সন্ন্যাসী</a:t>
            </a:r>
            <a:r>
              <a:rPr lang="en-US" sz="2800" dirty="0">
                <a:solidFill>
                  <a:srgbClr val="000000"/>
                </a:solidFill>
              </a:rPr>
              <a:t> </a:t>
            </a:r>
            <a:r>
              <a:rPr lang="en-US" sz="2800" dirty="0" err="1">
                <a:solidFill>
                  <a:srgbClr val="000000"/>
                </a:solidFill>
              </a:rPr>
              <a:t>বা</a:t>
            </a:r>
            <a:r>
              <a:rPr lang="en-US" sz="2800" dirty="0">
                <a:solidFill>
                  <a:srgbClr val="000000"/>
                </a:solidFill>
              </a:rPr>
              <a:t> </a:t>
            </a:r>
            <a:r>
              <a:rPr lang="en-US" sz="2800" dirty="0" err="1">
                <a:solidFill>
                  <a:srgbClr val="000000"/>
                </a:solidFill>
              </a:rPr>
              <a:t>যোগী</a:t>
            </a:r>
            <a:r>
              <a:rPr lang="en-US" sz="2800" dirty="0">
                <a:solidFill>
                  <a:srgbClr val="000000"/>
                </a:solidFill>
              </a:rPr>
              <a:t> </a:t>
            </a:r>
            <a:r>
              <a:rPr lang="en-US" sz="2800" dirty="0" err="1">
                <a:solidFill>
                  <a:srgbClr val="000000"/>
                </a:solidFill>
              </a:rPr>
              <a:t>নন</a:t>
            </a:r>
            <a:r>
              <a:rPr lang="en-US" sz="2800" dirty="0">
                <a:solidFill>
                  <a:srgbClr val="000000"/>
                </a:solidFill>
              </a:rPr>
              <a:t>, </a:t>
            </a:r>
            <a:r>
              <a:rPr lang="en-US" sz="2800" dirty="0" err="1">
                <a:solidFill>
                  <a:srgbClr val="000000"/>
                </a:solidFill>
              </a:rPr>
              <a:t>যিনি</a:t>
            </a:r>
            <a:r>
              <a:rPr lang="en-US" sz="2800" dirty="0">
                <a:solidFill>
                  <a:srgbClr val="000000"/>
                </a:solidFill>
              </a:rPr>
              <a:t> </a:t>
            </a:r>
            <a:r>
              <a:rPr lang="en-US" sz="2800" dirty="0" err="1">
                <a:solidFill>
                  <a:srgbClr val="000000"/>
                </a:solidFill>
              </a:rPr>
              <a:t>কোন</a:t>
            </a:r>
            <a:r>
              <a:rPr lang="en-US" sz="2800" dirty="0">
                <a:solidFill>
                  <a:srgbClr val="000000"/>
                </a:solidFill>
              </a:rPr>
              <a:t> </a:t>
            </a:r>
            <a:r>
              <a:rPr lang="en-US" sz="2800" dirty="0" err="1">
                <a:solidFill>
                  <a:srgbClr val="000000"/>
                </a:solidFill>
              </a:rPr>
              <a:t>রকম</a:t>
            </a:r>
            <a:r>
              <a:rPr lang="en-US" sz="2800" dirty="0">
                <a:solidFill>
                  <a:srgbClr val="000000"/>
                </a:solidFill>
              </a:rPr>
              <a:t> </a:t>
            </a:r>
            <a:r>
              <a:rPr lang="en-US" sz="2800" dirty="0" err="1">
                <a:solidFill>
                  <a:srgbClr val="000000"/>
                </a:solidFill>
              </a:rPr>
              <a:t>ফলের</a:t>
            </a:r>
            <a:r>
              <a:rPr lang="en-US" sz="2800" dirty="0">
                <a:solidFill>
                  <a:srgbClr val="000000"/>
                </a:solidFill>
              </a:rPr>
              <a:t> </a:t>
            </a:r>
            <a:r>
              <a:rPr lang="en-US" sz="2800" dirty="0" err="1">
                <a:solidFill>
                  <a:srgbClr val="000000"/>
                </a:solidFill>
              </a:rPr>
              <a:t>আশা</a:t>
            </a:r>
            <a:r>
              <a:rPr lang="en-US" sz="2800" dirty="0">
                <a:solidFill>
                  <a:srgbClr val="000000"/>
                </a:solidFill>
              </a:rPr>
              <a:t> </a:t>
            </a:r>
            <a:r>
              <a:rPr lang="en-US" sz="2800" dirty="0" err="1">
                <a:solidFill>
                  <a:srgbClr val="000000"/>
                </a:solidFill>
              </a:rPr>
              <a:t>না</a:t>
            </a:r>
            <a:r>
              <a:rPr lang="en-US" sz="2800" dirty="0">
                <a:solidFill>
                  <a:srgbClr val="000000"/>
                </a:solidFill>
              </a:rPr>
              <a:t> </a:t>
            </a:r>
            <a:r>
              <a:rPr lang="en-US" sz="2800" dirty="0" err="1">
                <a:solidFill>
                  <a:srgbClr val="000000"/>
                </a:solidFill>
              </a:rPr>
              <a:t>করে</a:t>
            </a:r>
            <a:r>
              <a:rPr lang="en-US" sz="2800" dirty="0">
                <a:solidFill>
                  <a:srgbClr val="000000"/>
                </a:solidFill>
              </a:rPr>
              <a:t> </a:t>
            </a:r>
            <a:r>
              <a:rPr lang="en-US" sz="2800" dirty="0" err="1">
                <a:solidFill>
                  <a:srgbClr val="000000"/>
                </a:solidFill>
              </a:rPr>
              <a:t>তার</a:t>
            </a:r>
            <a:r>
              <a:rPr lang="en-US" sz="2800" dirty="0">
                <a:solidFill>
                  <a:srgbClr val="000000"/>
                </a:solidFill>
              </a:rPr>
              <a:t> </a:t>
            </a:r>
            <a:r>
              <a:rPr lang="en-US" sz="2800" dirty="0" err="1">
                <a:solidFill>
                  <a:srgbClr val="000000"/>
                </a:solidFill>
              </a:rPr>
              <a:t>কর্তব্য</a:t>
            </a:r>
            <a:r>
              <a:rPr lang="en-US" sz="2800" dirty="0">
                <a:solidFill>
                  <a:srgbClr val="000000"/>
                </a:solidFill>
              </a:rPr>
              <a:t> </a:t>
            </a:r>
            <a:r>
              <a:rPr lang="en-US" sz="2800" dirty="0" err="1">
                <a:solidFill>
                  <a:srgbClr val="000000"/>
                </a:solidFill>
              </a:rPr>
              <a:t>কর্ম</a:t>
            </a:r>
            <a:r>
              <a:rPr lang="en-US" sz="2800" dirty="0">
                <a:solidFill>
                  <a:srgbClr val="000000"/>
                </a:solidFill>
              </a:rPr>
              <a:t> </a:t>
            </a:r>
            <a:r>
              <a:rPr lang="en-US" sz="2800" dirty="0" err="1">
                <a:solidFill>
                  <a:srgbClr val="000000"/>
                </a:solidFill>
              </a:rPr>
              <a:t>করেন</a:t>
            </a:r>
            <a:r>
              <a:rPr lang="en-US" sz="2800" dirty="0">
                <a:solidFill>
                  <a:srgbClr val="000000"/>
                </a:solidFill>
              </a:rPr>
              <a:t> </a:t>
            </a:r>
            <a:r>
              <a:rPr lang="en-US" sz="2800" dirty="0" err="1">
                <a:solidFill>
                  <a:srgbClr val="000000"/>
                </a:solidFill>
              </a:rPr>
              <a:t>তিনিই</a:t>
            </a:r>
            <a:r>
              <a:rPr lang="en-US" sz="2800" dirty="0">
                <a:solidFill>
                  <a:srgbClr val="000000"/>
                </a:solidFill>
              </a:rPr>
              <a:t> </a:t>
            </a:r>
            <a:r>
              <a:rPr lang="en-US" sz="2800" dirty="0" err="1">
                <a:solidFill>
                  <a:srgbClr val="000000"/>
                </a:solidFill>
              </a:rPr>
              <a:t>যথার্থ</a:t>
            </a:r>
            <a:r>
              <a:rPr lang="en-US" sz="2800" dirty="0">
                <a:solidFill>
                  <a:srgbClr val="000000"/>
                </a:solidFill>
              </a:rPr>
              <a:t> </a:t>
            </a:r>
            <a:r>
              <a:rPr lang="en-US" sz="2800" dirty="0" err="1">
                <a:solidFill>
                  <a:srgbClr val="000000"/>
                </a:solidFill>
              </a:rPr>
              <a:t>সন্ন্যাসী</a:t>
            </a:r>
            <a:r>
              <a:rPr lang="en-US" sz="2800" dirty="0">
                <a:solidFill>
                  <a:srgbClr val="000000"/>
                </a:solidFill>
              </a:rPr>
              <a:t> </a:t>
            </a:r>
            <a:r>
              <a:rPr lang="en-US" sz="2800" dirty="0" err="1">
                <a:solidFill>
                  <a:srgbClr val="000000"/>
                </a:solidFill>
              </a:rPr>
              <a:t>বা</a:t>
            </a:r>
            <a:r>
              <a:rPr lang="en-US" sz="2800" dirty="0">
                <a:solidFill>
                  <a:srgbClr val="000000"/>
                </a:solidFill>
              </a:rPr>
              <a:t> </a:t>
            </a:r>
            <a:r>
              <a:rPr lang="en-US" sz="2800" dirty="0" err="1">
                <a:solidFill>
                  <a:srgbClr val="000000"/>
                </a:solidFill>
              </a:rPr>
              <a:t>যোগী</a:t>
            </a:r>
            <a:r>
              <a:rPr lang="en-US" sz="2800" dirty="0">
                <a:solidFill>
                  <a:srgbClr val="000000"/>
                </a:solidFill>
              </a:rPr>
              <a:t>।“ -</a:t>
            </a:r>
            <a:r>
              <a:rPr lang="en-US" sz="2800" dirty="0" err="1">
                <a:solidFill>
                  <a:srgbClr val="000000"/>
                </a:solidFill>
              </a:rPr>
              <a:t>শ্রীমদভগবদ্গীতা</a:t>
            </a:r>
            <a:r>
              <a:rPr lang="en-US" sz="2800" dirty="0">
                <a:solidFill>
                  <a:srgbClr val="000000"/>
                </a:solidFill>
              </a:rPr>
              <a:t> ৬/১।</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9" name="Title 1"/>
          <p:cNvSpPr>
            <a:spLocks noGrp="1"/>
          </p:cNvSpPr>
          <p:nvPr>
            <p:ph type="title"/>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“যোগের অঙ্গ”</a:t>
            </a:r>
          </a:p>
        </p:txBody>
      </p:sp>
      <p:sp>
        <p:nvSpPr>
          <p:cNvPr id="1048710" name="Content Placeholder 2"/>
          <p:cNvSpPr>
            <a:spLocks noGrp="1"/>
          </p:cNvSpPr>
          <p:nvPr>
            <p:ph idx="1"/>
          </p:nvPr>
        </p:nvSpPr>
        <p:spPr>
          <a:xfrm>
            <a:off x="1272808" y="2017997"/>
            <a:ext cx="6990339" cy="2822006"/>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lgn="ctr">
              <a:buFontTx/>
              <a:buNone/>
            </a:pPr>
            <a:r>
              <a:rPr lang="as-IN" altLang="en-US" sz="2800">
                <a:latin typeface="NikoshBAN" pitchFamily="2" charset="0"/>
                <a:ea typeface="NikoshBAN" pitchFamily="2" charset="0"/>
              </a:rPr>
              <a:t>অষ্টাঙ্গের আটটি অঙ্গ যথাঃ</a:t>
            </a:r>
          </a:p>
          <a:p>
            <a:pPr marL="0" lvl="0" indent="0" algn="ctr"/>
            <a:endParaRPr lang="as-IN" altLang="en-US" sz="2800">
              <a:latin typeface="NikoshBAN" pitchFamily="2" charset="0"/>
              <a:ea typeface="NikoshBAN" pitchFamily="2" charset="0"/>
            </a:endParaRPr>
          </a:p>
          <a:p>
            <a:pPr marL="0" lvl="0" indent="0" algn="ctr">
              <a:buFontTx/>
              <a:buNone/>
            </a:pPr>
            <a:r>
              <a:rPr lang="as-IN" altLang="en-US" sz="2800">
                <a:latin typeface="NikoshBAN" pitchFamily="2" charset="0"/>
                <a:ea typeface="NikoshBAN" pitchFamily="2" charset="0"/>
              </a:rPr>
              <a:t>১।যম; ২। নিয়ম; ৩। আসন;  ৪।প্রাণায়াম;</a:t>
            </a:r>
          </a:p>
          <a:p>
            <a:pPr marL="0" lvl="0" indent="0" algn="ctr">
              <a:buFontTx/>
              <a:buNone/>
            </a:pPr>
            <a:r>
              <a:rPr lang="as-IN" altLang="en-US" sz="2800">
                <a:latin typeface="NikoshBAN" pitchFamily="2" charset="0"/>
                <a:ea typeface="NikoshBAN" pitchFamily="2" charset="0"/>
              </a:rPr>
              <a:t>৫।প্রাত্যাহার; ৬।ধ্যান; ৭।ধারণা; ৮।সমাধি;</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1" name="Title 1"/>
          <p:cNvSpPr>
            <a:spLocks noGrp="1"/>
          </p:cNvSpPr>
          <p:nvPr>
            <p:ph type="title"/>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‘যম’ ও ‘নিয়ম’</a:t>
            </a:r>
          </a:p>
        </p:txBody>
      </p:sp>
      <p:sp>
        <p:nvSpPr>
          <p:cNvPr id="1048712" name="Content Placeholder 2"/>
          <p:cNvSpPr>
            <a:spLocks noGrp="1"/>
          </p:cNvSpPr>
          <p:nvPr>
            <p:ph idx="1"/>
          </p:nvPr>
        </p:nvSpPr>
        <p:spPr>
          <a:xfrm>
            <a:off x="457200" y="2126776"/>
            <a:ext cx="8229600" cy="3636609"/>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lgn="ctr">
              <a:buFontTx/>
              <a:buNone/>
            </a:pPr>
            <a:r>
              <a:rPr lang="as-IN" altLang="en-US" sz="2800">
                <a:latin typeface="NikoshBAN" pitchFamily="2" charset="0"/>
                <a:ea typeface="NikoshBAN" pitchFamily="2" charset="0"/>
              </a:rPr>
              <a:t>"অহিংসা, সত্য, অস্তেয়, ব্রহ্মচর্য ও অপরিগ্রহ, এইগুলিকে যম বলে। এইগুলি জাতি, দেশ, কাল, সময় দ্বারা অবিচ্ছিন্ন বা সীমাবদ্ধ না হইলে সার্বভৌম মহাব্রত বলিয়া কথিত হয়।"-পতঞ্জল যোগসূত্র ২/৩০,৩১।</a:t>
            </a:r>
          </a:p>
          <a:p>
            <a:pPr marL="0" lvl="0" indent="0"/>
            <a:endParaRPr lang="en-US" altLang="en-US" sz="2800">
              <a:latin typeface="NikoshBAN" pitchFamily="2" charset="0"/>
              <a:ea typeface="NikoshBAN" pitchFamily="2" charset="0"/>
            </a:endParaRPr>
          </a:p>
          <a:p>
            <a:pPr marL="0" lvl="0" indent="0" algn="ctr">
              <a:buFontTx/>
              <a:buNone/>
            </a:pPr>
            <a:r>
              <a:rPr lang="as-IN" altLang="en-US" sz="2800">
                <a:latin typeface="NikoshBAN" pitchFamily="2" charset="0"/>
                <a:ea typeface="NikoshBAN" pitchFamily="2" charset="0"/>
              </a:rPr>
              <a:t>"শৌচ,সন্তোষ, তপস্যা,সাধ্যায় ও ঈশ্বরের উপাসনা এইগুলি নিয়ম।" -পতঞ্জল যোগসূত্র ২/৩২</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3" name="Title 1"/>
          <p:cNvSpPr>
            <a:spLocks noGrp="1"/>
          </p:cNvSpPr>
          <p:nvPr>
            <p:ph type="title"/>
          </p:nvPr>
        </p:nvSpPr>
        <p:spPr>
          <a:xfrm>
            <a:off x="457200" y="274637"/>
            <a:ext cx="8229600" cy="88195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তপস্যাঃ</a:t>
            </a:r>
          </a:p>
        </p:txBody>
      </p:sp>
      <p:sp>
        <p:nvSpPr>
          <p:cNvPr id="1048714" name="Content Placeholder 2"/>
          <p:cNvSpPr>
            <a:spLocks noGrp="1"/>
          </p:cNvSpPr>
          <p:nvPr>
            <p:ph idx="1"/>
          </p:nvPr>
        </p:nvSpPr>
        <p:spPr>
          <a:xfrm>
            <a:off x="175828" y="1850289"/>
            <a:ext cx="8792343" cy="4486444"/>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lgn="ctr">
              <a:buFontTx/>
              <a:buNone/>
            </a:pPr>
            <a:r>
              <a:rPr lang="en-US" altLang="en-US" sz="2800">
                <a:latin typeface="NikoshBAN" pitchFamily="2" charset="0"/>
                <a:ea typeface="NikoshBAN" pitchFamily="2" charset="0"/>
              </a:rPr>
              <a:t>"</a:t>
            </a:r>
            <a:r>
              <a:rPr lang="as-IN" altLang="en-US" sz="2800">
                <a:latin typeface="NikoshBAN" pitchFamily="2" charset="0"/>
                <a:ea typeface="NikoshBAN" pitchFamily="2" charset="0"/>
              </a:rPr>
              <a:t>ব্রহ্মজ্ঞাণী,গুরুজন,প্রাজ্ঞগনের শ্রদ্ধা,শৌচ,সরলতা,ব্রহ্মচর্য ও অহিংসা-এগুলো </a:t>
            </a:r>
            <a:r>
              <a:rPr lang="as-IN" altLang="en-US" sz="2800" b="1">
                <a:latin typeface="NikoshBAN" pitchFamily="2" charset="0"/>
                <a:ea typeface="NikoshBAN" pitchFamily="2" charset="0"/>
              </a:rPr>
              <a:t>কায়িক তপস্যা</a:t>
            </a:r>
            <a:r>
              <a:rPr lang="as-IN" altLang="en-US" sz="2800">
                <a:latin typeface="NikoshBAN" pitchFamily="2" charset="0"/>
                <a:ea typeface="NikoshBAN" pitchFamily="2" charset="0"/>
              </a:rPr>
              <a:t>।“</a:t>
            </a:r>
            <a:endParaRPr lang="zh-CN" altLang="en-US" sz="2800"/>
          </a:p>
          <a:p>
            <a:pPr marL="0" lvl="0" indent="0" algn="ctr">
              <a:buFontTx/>
              <a:buNone/>
            </a:pPr>
            <a:r>
              <a:rPr lang="as-IN" altLang="en-US" sz="2800">
                <a:latin typeface="NikoshBAN" pitchFamily="2" charset="0"/>
                <a:ea typeface="NikoshBAN" pitchFamily="2" charset="0"/>
              </a:rPr>
              <a:t>"অনুদ্বেগকর,সত্য,প্রিয় ও হিতকর বাক্য বলা, সাধ্যায় ও নামজপ-এগুলোকে বলা হয় </a:t>
            </a:r>
            <a:r>
              <a:rPr lang="as-IN" altLang="en-US" sz="2800" b="1">
                <a:latin typeface="NikoshBAN" pitchFamily="2" charset="0"/>
                <a:ea typeface="NikoshBAN" pitchFamily="2" charset="0"/>
              </a:rPr>
              <a:t>বাচিক তপস্যা</a:t>
            </a:r>
            <a:r>
              <a:rPr lang="as-IN" altLang="en-US" sz="2800">
                <a:latin typeface="NikoshBAN" pitchFamily="2" charset="0"/>
                <a:ea typeface="NikoshBAN" pitchFamily="2" charset="0"/>
              </a:rPr>
              <a:t>।“</a:t>
            </a:r>
            <a:r>
              <a:rPr lang="en-US" altLang="en-US" sz="2800">
                <a:latin typeface="NikoshBAN" pitchFamily="2" charset="0"/>
                <a:ea typeface="NikoshBAN" pitchFamily="2" charset="0"/>
              </a:rPr>
              <a:t> </a:t>
            </a:r>
          </a:p>
          <a:p>
            <a:pPr marL="0" lvl="0" indent="0" algn="ctr">
              <a:buFontTx/>
              <a:buNone/>
            </a:pPr>
            <a:r>
              <a:rPr lang="as-IN" altLang="en-US" sz="2800">
                <a:latin typeface="NikoshBAN" pitchFamily="2" charset="0"/>
                <a:ea typeface="NikoshBAN" pitchFamily="2" charset="0"/>
              </a:rPr>
              <a:t>"মনের প্রসন্নতা,অক্রুরতা, সাম্যভাব,বাকসংযম, মনের নিরোধ,সংযম, ব্যাবহারকালে ছলনারহিত-এই সকলকে বলে </a:t>
            </a:r>
            <a:r>
              <a:rPr lang="as-IN" altLang="en-US" sz="2800" b="1">
                <a:latin typeface="NikoshBAN" pitchFamily="2" charset="0"/>
                <a:ea typeface="NikoshBAN" pitchFamily="2" charset="0"/>
              </a:rPr>
              <a:t>মানসিক তপস্যা</a:t>
            </a:r>
            <a:r>
              <a:rPr lang="as-IN" altLang="en-US" sz="2800">
                <a:latin typeface="NikoshBAN" pitchFamily="2" charset="0"/>
                <a:ea typeface="NikoshBAN" pitchFamily="2" charset="0"/>
              </a:rPr>
              <a:t>।“</a:t>
            </a:r>
            <a:r>
              <a:rPr lang="en-US" altLang="en-US" sz="2800">
                <a:latin typeface="NikoshBAN" pitchFamily="2" charset="0"/>
                <a:ea typeface="NikoshBAN" pitchFamily="2" charset="0"/>
              </a:rPr>
              <a:t> </a:t>
            </a:r>
          </a:p>
          <a:p>
            <a:pPr marL="0" lvl="0" indent="0" algn="ctr">
              <a:buFontTx/>
              <a:buNone/>
            </a:pPr>
            <a:endParaRPr lang="zh-CN" altLang="en-US" sz="2800"/>
          </a:p>
          <a:p>
            <a:pPr marL="0" lvl="0" indent="0" algn="ctr">
              <a:buFontTx/>
              <a:buNone/>
            </a:pPr>
            <a:r>
              <a:rPr lang="en-US" altLang="en-US" sz="2800">
                <a:latin typeface="NikoshBAN" pitchFamily="2" charset="0"/>
                <a:ea typeface="NikoshBAN" pitchFamily="2" charset="0"/>
              </a:rPr>
              <a:t>-(শ্রীমদ্ভগবদ্গীতা ১৭/১৪-১৬)</a:t>
            </a:r>
            <a:endParaRPr lang="zh-CN" altLang="en-US" sz="28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5" name="Title 1"/>
          <p:cNvSpPr>
            <a:spLocks noGrp="1"/>
          </p:cNvSpPr>
          <p:nvPr>
            <p:ph type="title"/>
          </p:nvPr>
        </p:nvSpPr>
        <p:spPr>
          <a:xfrm>
            <a:off x="250825" y="333375"/>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‘আসন’</a:t>
            </a:r>
          </a:p>
        </p:txBody>
      </p:sp>
      <p:sp>
        <p:nvSpPr>
          <p:cNvPr id="1048716" name="Content Placeholder 2"/>
          <p:cNvSpPr>
            <a:spLocks noGrp="1"/>
          </p:cNvSpPr>
          <p:nvPr>
            <p:ph idx="1"/>
          </p:nvPr>
        </p:nvSpPr>
        <p:spPr>
          <a:xfrm>
            <a:off x="250825" y="2383031"/>
            <a:ext cx="8593956" cy="2771832"/>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lgn="ctr">
              <a:buNone/>
            </a:pPr>
            <a:r>
              <a:rPr lang="en-US" altLang="en-US" sz="2800" dirty="0">
                <a:latin typeface="NikoshBAN" pitchFamily="2" charset="0"/>
                <a:ea typeface="NikoshBAN" pitchFamily="2" charset="0"/>
              </a:rPr>
              <a:t>"</a:t>
            </a:r>
            <a:r>
              <a:rPr lang="en-US" altLang="en-US" sz="2800" dirty="0" err="1">
                <a:latin typeface="NikoshBAN" pitchFamily="2" charset="0"/>
                <a:ea typeface="NikoshBAN" pitchFamily="2" charset="0"/>
              </a:rPr>
              <a:t>খুব</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উঁচু</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নয়</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বা</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খুব</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নিচু</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নয়</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এমন</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শুদ্ধ</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ভূমিতে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ক্রমান্বয়ে</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কুশ</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হরিণের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চামড়া</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এবং</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বস্ত্র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পেতে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নিজের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স্থির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আসন</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স্থাপন</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করে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সেই</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আসনে</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উপবিষ্ট</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হয়ে</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মনকে</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একাগ্র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করে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চিত্ত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এবং</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ইন্দ্রিয়ের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ক্রিয়া</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সংযমপূর্বক</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আত্মার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শুদ্ধির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জন্য</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যোগ</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অভ্যাস</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করবে</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শ্রীমদ্ভগবদ্গীতা</a:t>
            </a:r>
            <a:r>
              <a:rPr lang="en-US" altLang="en-US" sz="2800" dirty="0">
                <a:latin typeface="NikoshBAN" pitchFamily="2" charset="0"/>
                <a:ea typeface="NikoshBAN" pitchFamily="2" charset="0"/>
              </a:rPr>
              <a:t> ৬/১১-১২।</a:t>
            </a:r>
            <a:endParaRPr lang="as-IN" altLang="en-US" sz="2800" dirty="0">
              <a:latin typeface="NikoshBAN" pitchFamily="2" charset="0"/>
              <a:ea typeface="NikoshBAN" pitchFamily="2"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7" name="Title 1"/>
          <p:cNvSpPr>
            <a:spLocks noGrp="1"/>
          </p:cNvSpPr>
          <p:nvPr>
            <p:ph type="title"/>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‘আসন’</a:t>
            </a:r>
          </a:p>
        </p:txBody>
      </p:sp>
      <p:sp>
        <p:nvSpPr>
          <p:cNvPr id="1048718" name="Content Placeholder 2"/>
          <p:cNvSpPr>
            <a:spLocks noGrp="1"/>
          </p:cNvSpPr>
          <p:nvPr>
            <p:ph idx="1"/>
          </p:nvPr>
        </p:nvSpPr>
        <p:spPr>
          <a:xfrm>
            <a:off x="314829" y="2099511"/>
            <a:ext cx="8514342" cy="3036587"/>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lgn="ctr">
              <a:buNone/>
            </a:pPr>
            <a:r>
              <a:rPr lang="as-IN" altLang="en-US" sz="2800" dirty="0">
                <a:latin typeface="NikoshBAN" pitchFamily="2" charset="0"/>
                <a:ea typeface="NikoshBAN" pitchFamily="2" charset="0"/>
              </a:rPr>
              <a:t>শরীর, মস্তক, গ্রীবাকে সমান</a:t>
            </a:r>
            <a:r>
              <a:rPr lang="en-US" altLang="en-US" sz="2800" dirty="0">
                <a:latin typeface="NikoshBAN" pitchFamily="2" charset="0"/>
                <a:ea typeface="NikoshBAN" pitchFamily="2" charset="0"/>
              </a:rPr>
              <a:t> ও </a:t>
            </a:r>
            <a:r>
              <a:rPr lang="en-US" altLang="en-US" sz="2800" dirty="0" err="1">
                <a:latin typeface="NikoshBAN" pitchFamily="2" charset="0"/>
                <a:ea typeface="NikoshBAN" pitchFamily="2" charset="0"/>
              </a:rPr>
              <a:t>অচলভাবে</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ধারণ</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করে</a:t>
            </a:r>
            <a:r>
              <a:rPr lang="as-IN" altLang="en-US" sz="2800" dirty="0">
                <a:latin typeface="NikoshBAN" pitchFamily="2" charset="0"/>
                <a:ea typeface="NikoshBAN" pitchFamily="2" charset="0"/>
              </a:rPr>
              <a:t> অন্যদিকে দৃষ্টি নিক্ষেপ না করে নাসিকার অগ্রভাগে দৃষ্টি নিবদ্ধ করে</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ব্রহ্মচর্য</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ব্রতে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স্থিত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ভয়রহিত</a:t>
            </a:r>
            <a:r>
              <a:rPr lang="en-US" altLang="en-US" sz="2800" dirty="0">
                <a:latin typeface="NikoshBAN" pitchFamily="2" charset="0"/>
                <a:ea typeface="NikoshBAN" pitchFamily="2" charset="0"/>
              </a:rPr>
              <a:t> ও </a:t>
            </a:r>
            <a:r>
              <a:rPr lang="en-US" altLang="en-US" sz="2800" dirty="0" err="1">
                <a:latin typeface="NikoshBAN" pitchFamily="2" charset="0"/>
                <a:ea typeface="NikoshBAN" pitchFamily="2" charset="0"/>
              </a:rPr>
              <a:t>প্রশান্ত-চিত্ত</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যোগী</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মন</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সংযমপূর্বক</a:t>
            </a:r>
            <a:r>
              <a:rPr lang="en-US" altLang="en-US" sz="2800" dirty="0">
                <a:latin typeface="NikoshBAN" pitchFamily="2" charset="0"/>
                <a:ea typeface="NikoshBAN" pitchFamily="2" charset="0"/>
              </a:rPr>
              <a:t>, </a:t>
            </a:r>
            <a:r>
              <a:rPr lang="as-IN" altLang="en-US" sz="2800" dirty="0">
                <a:latin typeface="NikoshBAN" pitchFamily="2" charset="0"/>
                <a:ea typeface="NikoshBAN" pitchFamily="2" charset="0"/>
              </a:rPr>
              <a:t>আমার ধ্যানপূর্বক যোগ অভ্যাস করবেন।</a:t>
            </a:r>
            <a:r>
              <a:rPr lang="en-US" altLang="en-US" sz="2800" dirty="0">
                <a:latin typeface="NikoshBAN" pitchFamily="2" charset="0"/>
                <a:ea typeface="NikoshBAN" pitchFamily="2" charset="0"/>
              </a:rPr>
              <a:t> -</a:t>
            </a:r>
            <a:r>
              <a:rPr lang="en-US" altLang="en-US" sz="2800" dirty="0" err="1">
                <a:latin typeface="NikoshBAN" pitchFamily="2" charset="0"/>
                <a:ea typeface="NikoshBAN" pitchFamily="2" charset="0"/>
              </a:rPr>
              <a:t>শ্রীমদভগবদ্গীতা</a:t>
            </a:r>
            <a:r>
              <a:rPr lang="as-IN" altLang="en-US" sz="2800" dirty="0">
                <a:latin typeface="NikoshBAN" pitchFamily="2" charset="0"/>
                <a:ea typeface="NikoshBAN" pitchFamily="2" charset="0"/>
              </a:rPr>
              <a:t> ৬</a:t>
            </a:r>
            <a:r>
              <a:rPr lang="en-US" altLang="en-US" sz="2800" dirty="0">
                <a:latin typeface="NikoshBAN" pitchFamily="2" charset="0"/>
                <a:ea typeface="NikoshBAN" pitchFamily="2" charset="0"/>
              </a:rPr>
              <a:t>/১৩-১৪।</a:t>
            </a:r>
            <a:endParaRPr lang="zh-CN" altLang="en-US" sz="2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9" name="Title 1"/>
          <p:cNvSpPr/>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"প্রাণায়াম"</a:t>
            </a:r>
            <a:endParaRPr lang="zh-CN" altLang="en-US" u="sng">
              <a:effectLst>
                <a:outerShdw blurRad="38100" dist="38100" dir="2700000" algn="br" rotWithShape="0">
                  <a:srgbClr val="000000"/>
                </a:outerShdw>
              </a:effectLst>
            </a:endParaRPr>
          </a:p>
        </p:txBody>
      </p:sp>
      <p:sp>
        <p:nvSpPr>
          <p:cNvPr id="1048720" name="TextBox 1048719"/>
          <p:cNvSpPr txBox="1"/>
          <p:nvPr/>
        </p:nvSpPr>
        <p:spPr>
          <a:xfrm>
            <a:off x="1142999" y="2299016"/>
            <a:ext cx="7312576" cy="2606040"/>
          </a:xfrm>
          <a:prstGeom prst="rect">
            <a:avLst/>
          </a:prstGeom>
        </p:spPr>
        <p:txBody>
          <a:bodyPr wrap="square" rtlCol="0">
            <a:spAutoFit/>
          </a:bodyPr>
          <a:lstStyle/>
          <a:p>
            <a:pPr algn="ctr">
              <a:spcBef>
                <a:spcPts val="0"/>
              </a:spcBef>
              <a:spcAft>
                <a:spcPts val="0"/>
              </a:spcAft>
            </a:pPr>
            <a:r>
              <a:rPr sz="2800" b="0" i="0">
                <a:solidFill>
                  <a:srgbClr val="000000"/>
                </a:solidFill>
                <a:cs typeface="Arimo,sans-serif"/>
              </a:rPr>
              <a:t>শ্বাস-প্রস্বাস কে প্রাণ বলে। আর শ্বাস-প্রস্বাসকে বিস্তৃত করাকে প্রাণায়াম বলে। </a:t>
            </a:r>
          </a:p>
          <a:p>
            <a:pPr algn="ctr">
              <a:spcBef>
                <a:spcPts val="0"/>
              </a:spcBef>
              <a:spcAft>
                <a:spcPts val="0"/>
              </a:spcAft>
            </a:pPr>
            <a:r>
              <a:rPr sz="2800" b="0" i="0">
                <a:solidFill>
                  <a:srgbClr val="000000"/>
                </a:solidFill>
                <a:cs typeface="Arimo,sans-serif"/>
              </a:rPr>
              <a:t>অর্থাৎ প্রাণায়াম অর্থ প্রাণ/ শ্বাস-প্রস্বাসকে বিস্তৃত করা "Expanding of breathing"।</a:t>
            </a:r>
          </a:p>
          <a:p>
            <a:pPr algn="ctr">
              <a:spcBef>
                <a:spcPts val="0"/>
              </a:spcBef>
              <a:spcAft>
                <a:spcPts val="0"/>
              </a:spcAft>
            </a:pPr>
            <a:endParaRPr sz="2800" b="0" i="0">
              <a:solidFill>
                <a:srgbClr val="000000"/>
              </a:solidFill>
              <a:cs typeface="Arimo,sans-serif"/>
            </a:endParaRPr>
          </a:p>
          <a:p>
            <a:pPr algn="ctr">
              <a:spcBef>
                <a:spcPts val="0"/>
              </a:spcBef>
              <a:spcAft>
                <a:spcPts val="0"/>
              </a:spcAft>
            </a:pPr>
            <a:r>
              <a:rPr sz="2800" b="0" i="0">
                <a:solidFill>
                  <a:srgbClr val="000000"/>
                </a:solidFill>
                <a:cs typeface="Arimo,sans-serif"/>
              </a:rPr>
              <a:t>মোট</a:t>
            </a:r>
            <a:r>
              <a:rPr lang="en-US" sz="2800" b="0" i="0">
                <a:solidFill>
                  <a:srgbClr val="000000"/>
                </a:solidFill>
                <a:cs typeface="Arimo,sans-serif"/>
              </a:rPr>
              <a:t> ৭বার/২১ বার।</a:t>
            </a:r>
            <a:endParaRPr sz="2800" b="0" i="0">
              <a:solidFill>
                <a:srgbClr val="000000"/>
              </a:solidFill>
              <a:cs typeface="Arimo,sans-serif"/>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1" name="Subtitle 1048720"/>
          <p:cNvSpPr>
            <a:spLocks noGrp="1"/>
          </p:cNvSpPr>
          <p:nvPr>
            <p:ph type="subTitle" idx="1"/>
          </p:nvPr>
        </p:nvSpPr>
        <p:spPr>
          <a:xfrm>
            <a:off x="593114" y="2601119"/>
            <a:ext cx="7932410" cy="2680212"/>
          </a:xfrm>
        </p:spPr>
        <p:txBody>
          <a:bodyPr/>
          <a:lstStyle/>
          <a:p>
            <a:r>
              <a:rPr lang="en-US" sz="2800"/>
              <a:t>"কেউ অপান বায়ুতে প্রাণবায়ুকে আহুতি দেন, কেউ প্রাণবায়ুতে অপান বায়ুকে আহুতি দেন, কেউ প্রাণ ও অপানের গতিকে রোধ করে </a:t>
            </a:r>
            <a:r>
              <a:rPr lang="en-US" sz="2800" b="1"/>
              <a:t>প্রাণায়াম পরায়ন হন</a:t>
            </a:r>
            <a:r>
              <a:rPr lang="en-US" sz="2800"/>
              <a:t>।</a:t>
            </a:r>
          </a:p>
          <a:p>
            <a:r>
              <a:rPr lang="en-US" sz="2800"/>
              <a:t>-শ্রীমদ্ভগবদ্গীতা ৪/২৯।</a:t>
            </a:r>
          </a:p>
        </p:txBody>
      </p:sp>
      <p:sp>
        <p:nvSpPr>
          <p:cNvPr id="1048722" name="Title 1"/>
          <p:cNvSpPr/>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a:t>
            </a:r>
            <a:r>
              <a:rPr lang="en-US" altLang="en-US" b="1" u="sng">
                <a:effectLst>
                  <a:outerShdw blurRad="38100" dist="38100" dir="2700000" algn="br" rotWithShape="0">
                    <a:srgbClr val="000000"/>
                  </a:outerShdw>
                </a:effectLst>
                <a:latin typeface="NikoshBAN" pitchFamily="2" charset="0"/>
                <a:ea typeface="NikoshBAN" pitchFamily="2" charset="0"/>
                <a:cs typeface="Arial"/>
              </a:rPr>
              <a:t>প্রাণায়াম</a:t>
            </a:r>
            <a:r>
              <a:rPr lang="en-US" altLang="en-US" b="1" u="sng">
                <a:effectLst>
                  <a:outerShdw blurRad="38100" dist="38100" dir="2700000" algn="br" rotWithShape="0">
                    <a:srgbClr val="000000"/>
                  </a:outerShdw>
                </a:effectLst>
                <a:latin typeface="NikoshBAN" pitchFamily="2" charset="0"/>
                <a:ea typeface="NikoshBAN" pitchFamily="2" charset="0"/>
              </a:rPr>
              <a:t>"</a:t>
            </a:r>
            <a:endParaRPr lang="zh-CN" altLang="en-US" u="sng">
              <a:effectLst>
                <a:outerShdw blurRad="38100" dist="38100" dir="2700000" algn="br" rotWithShape="0">
                  <a:srgbClr val="000000"/>
                </a:outerShdw>
              </a:effectLs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3" name="Subtitle 1048722"/>
          <p:cNvSpPr>
            <a:spLocks noGrp="1"/>
          </p:cNvSpPr>
          <p:nvPr>
            <p:ph type="subTitle" idx="1"/>
          </p:nvPr>
        </p:nvSpPr>
        <p:spPr>
          <a:xfrm>
            <a:off x="282751" y="1947335"/>
            <a:ext cx="8578497" cy="4046140"/>
          </a:xfrm>
        </p:spPr>
        <p:txBody>
          <a:bodyPr/>
          <a:lstStyle/>
          <a:p>
            <a:r>
              <a:rPr lang="en-US" sz="2800" dirty="0"/>
              <a:t>"</a:t>
            </a:r>
            <a:r>
              <a:rPr lang="en-US" sz="2800" dirty="0" err="1"/>
              <a:t>অস্থির</a:t>
            </a:r>
            <a:r>
              <a:rPr lang="en-US" sz="2800" dirty="0"/>
              <a:t> </a:t>
            </a:r>
            <a:r>
              <a:rPr lang="en-US" sz="2800" dirty="0" err="1"/>
              <a:t>চঞ্চল</a:t>
            </a:r>
            <a:r>
              <a:rPr lang="en-US" sz="2800" dirty="0"/>
              <a:t> </a:t>
            </a:r>
            <a:r>
              <a:rPr lang="en-US" sz="2800" dirty="0" err="1"/>
              <a:t>মন</a:t>
            </a:r>
            <a:r>
              <a:rPr lang="en-US" sz="2800" dirty="0"/>
              <a:t> </a:t>
            </a:r>
            <a:r>
              <a:rPr lang="en-US" sz="2800" dirty="0" err="1"/>
              <a:t>যে</a:t>
            </a:r>
            <a:r>
              <a:rPr lang="en-US" sz="2800" dirty="0"/>
              <a:t> </a:t>
            </a:r>
            <a:r>
              <a:rPr lang="en-US" sz="2800" dirty="0" err="1"/>
              <a:t>যে</a:t>
            </a:r>
            <a:r>
              <a:rPr lang="en-US" sz="2800" dirty="0"/>
              <a:t> </a:t>
            </a:r>
            <a:r>
              <a:rPr lang="en-US" sz="2800" dirty="0" err="1"/>
              <a:t>বিষয়ে</a:t>
            </a:r>
            <a:r>
              <a:rPr lang="en-US" sz="2800" dirty="0"/>
              <a:t> </a:t>
            </a:r>
            <a:r>
              <a:rPr lang="en-US" sz="2800" dirty="0" err="1"/>
              <a:t>বিচরণ</a:t>
            </a:r>
            <a:r>
              <a:rPr lang="en-US" sz="2800" dirty="0"/>
              <a:t> </a:t>
            </a:r>
            <a:r>
              <a:rPr lang="en-US" sz="2800" dirty="0" err="1"/>
              <a:t>করে</a:t>
            </a:r>
            <a:r>
              <a:rPr lang="en-US" sz="2800" dirty="0"/>
              <a:t>, </a:t>
            </a:r>
            <a:r>
              <a:rPr lang="en-US" sz="2800" dirty="0" err="1"/>
              <a:t>সেই</a:t>
            </a:r>
            <a:r>
              <a:rPr lang="en-US" sz="2800" dirty="0"/>
              <a:t> </a:t>
            </a:r>
            <a:r>
              <a:rPr lang="en-US" sz="2800" dirty="0" err="1"/>
              <a:t>সেই</a:t>
            </a:r>
            <a:r>
              <a:rPr lang="en-US" sz="2800" dirty="0"/>
              <a:t> </a:t>
            </a:r>
            <a:r>
              <a:rPr lang="en-US" sz="2800" dirty="0" err="1"/>
              <a:t>বিষয়</a:t>
            </a:r>
            <a:r>
              <a:rPr lang="en-US" sz="2800" dirty="0"/>
              <a:t> </a:t>
            </a:r>
            <a:r>
              <a:rPr lang="en-US" sz="2800" dirty="0" err="1"/>
              <a:t>থেকে</a:t>
            </a:r>
            <a:r>
              <a:rPr lang="en-US" sz="2800" dirty="0"/>
              <a:t> </a:t>
            </a:r>
            <a:r>
              <a:rPr lang="en-US" sz="2800" dirty="0" err="1"/>
              <a:t>এই</a:t>
            </a:r>
            <a:r>
              <a:rPr lang="en-US" sz="2800" dirty="0"/>
              <a:t> </a:t>
            </a:r>
            <a:r>
              <a:rPr lang="en-US" sz="2800" dirty="0" err="1"/>
              <a:t>মনকে</a:t>
            </a:r>
            <a:r>
              <a:rPr lang="en-US" sz="2800" dirty="0"/>
              <a:t> </a:t>
            </a:r>
            <a:r>
              <a:rPr lang="en-US" sz="2800" dirty="0" err="1"/>
              <a:t>রোধ</a:t>
            </a:r>
            <a:r>
              <a:rPr lang="en-US" sz="2800" dirty="0"/>
              <a:t> </a:t>
            </a:r>
            <a:r>
              <a:rPr lang="en-US" sz="2800" dirty="0" err="1"/>
              <a:t>করে</a:t>
            </a:r>
            <a:r>
              <a:rPr lang="en-US" sz="2800" dirty="0"/>
              <a:t> </a:t>
            </a:r>
            <a:r>
              <a:rPr lang="en-US" sz="2800" dirty="0" err="1"/>
              <a:t>পরমাত্মাতেই</a:t>
            </a:r>
            <a:r>
              <a:rPr lang="en-US" sz="2800" dirty="0"/>
              <a:t> </a:t>
            </a:r>
            <a:r>
              <a:rPr lang="en-US" sz="2800" dirty="0" err="1"/>
              <a:t>স্থির</a:t>
            </a:r>
            <a:r>
              <a:rPr lang="en-US" sz="2800" dirty="0"/>
              <a:t> </a:t>
            </a:r>
            <a:r>
              <a:rPr lang="en-US" sz="2800" dirty="0" err="1"/>
              <a:t>করবে</a:t>
            </a:r>
            <a:r>
              <a:rPr lang="en-US" sz="2800" dirty="0"/>
              <a:t>। -</a:t>
            </a:r>
            <a:r>
              <a:rPr lang="en-US" sz="2800" dirty="0" err="1"/>
              <a:t>শ্রীমদ্ভগবদ্গীতা</a:t>
            </a:r>
            <a:r>
              <a:rPr lang="en-US" sz="2800" dirty="0"/>
              <a:t> ৬/২৬।</a:t>
            </a:r>
          </a:p>
          <a:p>
            <a:endParaRPr lang="en-US" sz="2800" dirty="0"/>
          </a:p>
          <a:p>
            <a:r>
              <a:rPr lang="en-US" sz="2800" dirty="0"/>
              <a:t>" </a:t>
            </a:r>
            <a:r>
              <a:rPr lang="en-US" sz="2800" dirty="0" err="1"/>
              <a:t>নিঃসন্দেহে</a:t>
            </a:r>
            <a:r>
              <a:rPr lang="en-US" sz="2800" dirty="0"/>
              <a:t> </a:t>
            </a:r>
            <a:r>
              <a:rPr lang="en-US" sz="2800" dirty="0" err="1"/>
              <a:t>মন</a:t>
            </a:r>
            <a:r>
              <a:rPr lang="en-US" sz="2800" dirty="0"/>
              <a:t> </a:t>
            </a:r>
            <a:r>
              <a:rPr lang="en-US" sz="2800" dirty="0" err="1"/>
              <a:t>চঞ্চল</a:t>
            </a:r>
            <a:r>
              <a:rPr lang="en-US" sz="2800" dirty="0"/>
              <a:t> ও </a:t>
            </a:r>
            <a:r>
              <a:rPr lang="en-US" sz="2800" dirty="0" err="1"/>
              <a:t>দুর্নিগ্রহ</a:t>
            </a:r>
            <a:r>
              <a:rPr lang="en-US" sz="2800" dirty="0"/>
              <a:t>; </a:t>
            </a:r>
            <a:r>
              <a:rPr lang="en-US" sz="2800" dirty="0" err="1"/>
              <a:t>কিন্তু</a:t>
            </a:r>
            <a:r>
              <a:rPr lang="en-US" sz="2800" dirty="0"/>
              <a:t> </a:t>
            </a:r>
            <a:r>
              <a:rPr lang="en-US" sz="2800" dirty="0" err="1"/>
              <a:t>হে</a:t>
            </a:r>
            <a:r>
              <a:rPr lang="en-US" sz="2800" dirty="0"/>
              <a:t> </a:t>
            </a:r>
            <a:r>
              <a:rPr lang="en-US" sz="2800" dirty="0" err="1"/>
              <a:t>কৌন্তেয়</a:t>
            </a:r>
            <a:r>
              <a:rPr lang="en-US" sz="2800" dirty="0"/>
              <a:t>! </a:t>
            </a:r>
            <a:r>
              <a:rPr lang="en-US" sz="2800" dirty="0" err="1"/>
              <a:t>অভ্যাস</a:t>
            </a:r>
            <a:r>
              <a:rPr lang="en-US" sz="2800" dirty="0"/>
              <a:t> ও </a:t>
            </a:r>
            <a:r>
              <a:rPr lang="en-US" sz="2800" dirty="0" err="1"/>
              <a:t>বৈরাগ্য</a:t>
            </a:r>
            <a:r>
              <a:rPr lang="en-US" sz="2800" dirty="0"/>
              <a:t> </a:t>
            </a:r>
            <a:r>
              <a:rPr lang="en-US" sz="2800" dirty="0" err="1"/>
              <a:t>দ্বারা</a:t>
            </a:r>
            <a:r>
              <a:rPr lang="en-US" sz="2800" dirty="0"/>
              <a:t> </a:t>
            </a:r>
            <a:r>
              <a:rPr lang="en-US" sz="2800" dirty="0" err="1"/>
              <a:t>তা</a:t>
            </a:r>
            <a:r>
              <a:rPr lang="en-US" sz="2800" dirty="0"/>
              <a:t> </a:t>
            </a:r>
            <a:r>
              <a:rPr lang="en-US" sz="2800" dirty="0" err="1"/>
              <a:t>বশ</a:t>
            </a:r>
            <a:r>
              <a:rPr lang="en-US" sz="2800" dirty="0"/>
              <a:t> </a:t>
            </a:r>
            <a:r>
              <a:rPr lang="en-US" sz="2800" dirty="0" err="1"/>
              <a:t>করা</a:t>
            </a:r>
            <a:r>
              <a:rPr lang="en-US" sz="2800" dirty="0"/>
              <a:t> </a:t>
            </a:r>
            <a:r>
              <a:rPr lang="en-US" sz="2800" dirty="0" err="1"/>
              <a:t>যায়</a:t>
            </a:r>
            <a:r>
              <a:rPr lang="en-US" sz="2800" dirty="0"/>
              <a:t>।" </a:t>
            </a:r>
          </a:p>
          <a:p>
            <a:r>
              <a:rPr lang="en-US" sz="2800" dirty="0"/>
              <a:t>-শ্রীমদ্ভগবদ্গীতা৬/৩৫।</a:t>
            </a:r>
          </a:p>
        </p:txBody>
      </p:sp>
      <p:sp>
        <p:nvSpPr>
          <p:cNvPr id="1048724" name="Title 1"/>
          <p:cNvSpPr/>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"প্রত্যাহার"</a:t>
            </a:r>
            <a:endParaRPr lang="zh-CN" altLang="en-US" u="sng">
              <a:effectLst>
                <a:outerShdw blurRad="38100" dist="38100" dir="2700000" algn="br" rotWithShape="0">
                  <a:srgbClr val="000000"/>
                </a:outerShdw>
              </a:effectLst>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5" name="Title 1"/>
          <p:cNvSpPr/>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"ধারণা"</a:t>
            </a:r>
            <a:endParaRPr lang="zh-CN" altLang="en-US" u="sng">
              <a:effectLst>
                <a:outerShdw blurRad="38100" dist="38100" dir="2700000" algn="br" rotWithShape="0">
                  <a:srgbClr val="000000"/>
                </a:outerShdw>
              </a:effectLst>
            </a:endParaRPr>
          </a:p>
        </p:txBody>
      </p:sp>
      <p:sp>
        <p:nvSpPr>
          <p:cNvPr id="1048726" name="Rectangle 1048725"/>
          <p:cNvSpPr>
            <a:spLocks noGrp="1"/>
          </p:cNvSpPr>
          <p:nvPr/>
        </p:nvSpPr>
        <p:spPr>
          <a:xfrm>
            <a:off x="457200" y="2446763"/>
            <a:ext cx="8126115" cy="2405246"/>
          </a:xfrm>
          <a:prstGeom prst="rect">
            <a:avLst/>
          </a:prstGeom>
        </p:spPr>
        <p:txBody>
          <a:bodyPr vert="horz" lIns="91440" tIns="45720" rIns="91440" bIns="45720" anchor="t"/>
          <a:lstStyle>
            <a:lvl1pPr marL="0" indent="0" algn="ctr" fontAlgn="base">
              <a:spcBef>
                <a:spcPct val="20000"/>
              </a:spcBef>
              <a:spcAft>
                <a:spcPct val="0"/>
              </a:spcAft>
              <a:buNone/>
              <a:defRPr sz="2400" kern="1200">
                <a:solidFill>
                  <a:srgbClr val="000000"/>
                </a:solidFill>
                <a:latin typeface="+mn-lt"/>
                <a:ea typeface="+mn-ea"/>
                <a:cs typeface="+mn-cs"/>
              </a:defRPr>
            </a:lvl1pPr>
            <a:lvl2pPr marL="457200" indent="0" algn="ctr" fontAlgn="base">
              <a:spcBef>
                <a:spcPct val="20000"/>
              </a:spcBef>
              <a:spcAft>
                <a:spcPct val="0"/>
              </a:spcAft>
              <a:buNone/>
              <a:defRPr sz="2000" kern="1200">
                <a:solidFill>
                  <a:srgbClr val="000000"/>
                </a:solidFill>
                <a:latin typeface="+mn-lt"/>
                <a:ea typeface="+mn-ea"/>
                <a:cs typeface="+mn-cs"/>
              </a:defRPr>
            </a:lvl2pPr>
            <a:lvl3pPr marL="914400" indent="0" algn="ctr" fontAlgn="base">
              <a:spcBef>
                <a:spcPct val="20000"/>
              </a:spcBef>
              <a:spcAft>
                <a:spcPct val="0"/>
              </a:spcAft>
              <a:buNone/>
              <a:defRPr sz="1800" kern="1200">
                <a:solidFill>
                  <a:srgbClr val="000000"/>
                </a:solidFill>
                <a:latin typeface="+mn-lt"/>
                <a:ea typeface="+mn-ea"/>
                <a:cs typeface="+mn-cs"/>
              </a:defRPr>
            </a:lvl3pPr>
            <a:lvl4pPr marL="1371600" indent="0" algn="ctr" fontAlgn="base">
              <a:spcBef>
                <a:spcPct val="20000"/>
              </a:spcBef>
              <a:spcAft>
                <a:spcPct val="0"/>
              </a:spcAft>
              <a:buNone/>
              <a:defRPr sz="1600" kern="1200">
                <a:solidFill>
                  <a:srgbClr val="000000"/>
                </a:solidFill>
                <a:latin typeface="+mn-lt"/>
                <a:ea typeface="+mn-ea"/>
                <a:cs typeface="+mn-cs"/>
              </a:defRPr>
            </a:lvl4pPr>
            <a:lvl5pPr marL="1828800" indent="0" algn="ctr" fontAlgn="base">
              <a:spcBef>
                <a:spcPct val="20000"/>
              </a:spcBef>
              <a:spcAft>
                <a:spcPct val="0"/>
              </a:spcAft>
              <a:buNone/>
              <a:defRPr sz="1600" kern="1200">
                <a:solidFill>
                  <a:srgbClr val="000000"/>
                </a:solidFill>
                <a:latin typeface="+mn-lt"/>
                <a:ea typeface="+mn-ea"/>
                <a:cs typeface="+mn-cs"/>
              </a:defRPr>
            </a:lvl5pPr>
            <a:lvl6pPr marL="2286000" indent="0" algn="ctr" defTabSz="914400">
              <a:lnSpc>
                <a:spcPct val="90000"/>
              </a:lnSpc>
              <a:spcBef>
                <a:spcPts val="500"/>
              </a:spcBef>
              <a:buNone/>
              <a:defRPr sz="1600" kern="1200">
                <a:solidFill>
                  <a:srgbClr val="000000"/>
                </a:solidFill>
                <a:latin typeface="+mn-lt"/>
                <a:ea typeface="+mn-ea"/>
                <a:cs typeface="+mn-cs"/>
              </a:defRPr>
            </a:lvl6pPr>
            <a:lvl7pPr marL="2743200" indent="0" algn="ctr" defTabSz="914400">
              <a:lnSpc>
                <a:spcPct val="90000"/>
              </a:lnSpc>
              <a:spcBef>
                <a:spcPts val="500"/>
              </a:spcBef>
              <a:buNone/>
              <a:defRPr sz="1600" kern="1200">
                <a:solidFill>
                  <a:srgbClr val="000000"/>
                </a:solidFill>
                <a:latin typeface="+mn-lt"/>
                <a:ea typeface="+mn-ea"/>
                <a:cs typeface="+mn-cs"/>
              </a:defRPr>
            </a:lvl7pPr>
            <a:lvl8pPr marL="3200400" indent="0" algn="ctr" defTabSz="914400">
              <a:lnSpc>
                <a:spcPct val="90000"/>
              </a:lnSpc>
              <a:spcBef>
                <a:spcPts val="500"/>
              </a:spcBef>
              <a:buNone/>
              <a:defRPr sz="1600" kern="1200">
                <a:solidFill>
                  <a:srgbClr val="000000"/>
                </a:solidFill>
                <a:latin typeface="+mn-lt"/>
                <a:ea typeface="+mn-ea"/>
                <a:cs typeface="+mn-cs"/>
              </a:defRPr>
            </a:lvl8pPr>
            <a:lvl9pPr marL="3657600" indent="0" algn="ctr" defTabSz="914400">
              <a:lnSpc>
                <a:spcPct val="90000"/>
              </a:lnSpc>
              <a:spcBef>
                <a:spcPts val="500"/>
              </a:spcBef>
              <a:buNone/>
              <a:defRPr sz="1600" kern="1200">
                <a:solidFill>
                  <a:srgbClr val="000000"/>
                </a:solidFill>
                <a:latin typeface="+mn-lt"/>
                <a:ea typeface="+mn-ea"/>
                <a:cs typeface="+mn-cs"/>
              </a:defRPr>
            </a:lvl9pPr>
          </a:lstStyle>
          <a:p>
            <a:r>
              <a:rPr lang="en-US" sz="2800">
                <a:cs typeface="Arial"/>
              </a:rPr>
              <a:t>"বুদ্ধিহীন মানুষেরা যারা আমাকে জানেনা, মনে করে যে আমি এই রুপ এবং ব্যক্তিত্ব পরিগ্রহ করেছি। তাদের অজ্ঞতার ফলে তারা আমার নিত্য, অব্যয়, পরম ভাব সম্বন্ধে অবগত নয়।</a:t>
            </a:r>
            <a:r>
              <a:rPr lang="en-US" sz="2800">
                <a:latin typeface="Arial"/>
                <a:cs typeface="Arial"/>
              </a:rPr>
              <a:t>"</a:t>
            </a:r>
            <a:endParaRPr lang="en-US" sz="2800"/>
          </a:p>
          <a:p>
            <a:r>
              <a:rPr lang="en-US" sz="2800"/>
              <a:t>শ্রীমদ্ভগবদ্গীতা </a:t>
            </a:r>
            <a:r>
              <a:rPr lang="en-US" sz="2800">
                <a:cs typeface="Arial"/>
              </a:rPr>
              <a:t>৭</a:t>
            </a:r>
            <a:r>
              <a:rPr lang="en-US" sz="2800">
                <a:latin typeface="Arial"/>
              </a:rPr>
              <a:t>/</a:t>
            </a:r>
            <a:r>
              <a:rPr lang="en-US" sz="2800">
                <a:cs typeface="Arial"/>
              </a:rPr>
              <a:t>২৪।</a:t>
            </a:r>
            <a:endParaRPr lang="en-US" sz="2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7" name="Title 1048726"/>
          <p:cNvSpPr>
            <a:spLocks noGrp="1"/>
          </p:cNvSpPr>
          <p:nvPr>
            <p:ph type="ctrTitle"/>
          </p:nvPr>
        </p:nvSpPr>
        <p:spPr>
          <a:xfrm>
            <a:off x="1382219" y="280348"/>
            <a:ext cx="6858000" cy="988962"/>
          </a:xfrm>
        </p:spPr>
        <p:txBody>
          <a:bodyPr/>
          <a:lstStyle/>
          <a:p>
            <a:r>
              <a:rPr lang="en-US" sz="4400" i="0" u="sng">
                <a:effectLst>
                  <a:outerShdw blurRad="38100" dist="38100" dir="2700000" algn="br" rotWithShape="0">
                    <a:srgbClr val="000000"/>
                  </a:outerShdw>
                </a:effectLst>
              </a:rPr>
              <a:t>"ঈশ্বরের স্বরুপ"</a:t>
            </a:r>
          </a:p>
        </p:txBody>
      </p:sp>
      <p:sp>
        <p:nvSpPr>
          <p:cNvPr id="1048728" name="Subtitle 1048727"/>
          <p:cNvSpPr>
            <a:spLocks noGrp="1"/>
          </p:cNvSpPr>
          <p:nvPr>
            <p:ph type="subTitle" idx="1"/>
          </p:nvPr>
        </p:nvSpPr>
        <p:spPr>
          <a:xfrm rot="21585044">
            <a:off x="769408" y="2653532"/>
            <a:ext cx="7936683" cy="2997900"/>
          </a:xfrm>
        </p:spPr>
        <p:txBody>
          <a:bodyPr/>
          <a:lstStyle/>
          <a:p>
            <a:r>
              <a:rPr lang="en-US" sz="2800"/>
              <a:t>"যিনি আমাকে আদিহীন জন্মরহিত ও সর্বলোকের মহেশ্বর বলে জানেন, মানুষের মধ্যে তিনিই মোহশুন্য হন এবং সমস্ত পাপ থেকে মুক্ত হন।"</a:t>
            </a:r>
          </a:p>
          <a:p>
            <a:r>
              <a:rPr lang="en-US" sz="2800"/>
              <a:t> -শ্রীমদ্ভগবদ্গীতা ১০/৩।</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9" name="Title 1048728"/>
          <p:cNvSpPr>
            <a:spLocks noGrp="1"/>
          </p:cNvSpPr>
          <p:nvPr>
            <p:ph type="ctrTitle"/>
          </p:nvPr>
        </p:nvSpPr>
        <p:spPr>
          <a:xfrm>
            <a:off x="1142999" y="433657"/>
            <a:ext cx="6858000" cy="1077408"/>
          </a:xfrm>
        </p:spPr>
        <p:txBody>
          <a:bodyPr/>
          <a:lstStyle/>
          <a:p>
            <a:r>
              <a:rPr lang="en-US" sz="4400" b="1" u="sng">
                <a:effectLst>
                  <a:outerShdw blurRad="38100" dist="38100" dir="2700000" algn="br" rotWithShape="0">
                    <a:srgbClr val="000000"/>
                  </a:outerShdw>
                </a:effectLst>
              </a:rPr>
              <a:t>"ঈশ্বর ভিন্ন দেবতার উপাসনা"</a:t>
            </a:r>
          </a:p>
        </p:txBody>
      </p:sp>
      <p:sp>
        <p:nvSpPr>
          <p:cNvPr id="1048730" name="Subtitle 1048729"/>
          <p:cNvSpPr>
            <a:spLocks noGrp="1"/>
          </p:cNvSpPr>
          <p:nvPr>
            <p:ph type="subTitle" idx="1"/>
          </p:nvPr>
        </p:nvSpPr>
        <p:spPr>
          <a:xfrm>
            <a:off x="152400" y="2069689"/>
            <a:ext cx="8839200" cy="4514824"/>
          </a:xfrm>
        </p:spPr>
        <p:txBody>
          <a:bodyPr/>
          <a:lstStyle/>
          <a:p>
            <a:r>
              <a:rPr lang="en-US" sz="2800" dirty="0"/>
              <a:t>"</a:t>
            </a:r>
            <a:r>
              <a:rPr lang="en-US" sz="2800" dirty="0" err="1"/>
              <a:t>যাদের</a:t>
            </a:r>
            <a:r>
              <a:rPr lang="en-US" sz="2800" dirty="0"/>
              <a:t> </a:t>
            </a:r>
            <a:r>
              <a:rPr lang="en-US" sz="2800" dirty="0" err="1"/>
              <a:t>মন</a:t>
            </a:r>
            <a:r>
              <a:rPr lang="en-US" sz="2800" dirty="0"/>
              <a:t> </a:t>
            </a:r>
            <a:r>
              <a:rPr lang="en-US" sz="2800" b="1" dirty="0" err="1"/>
              <a:t>জড়-কামনা</a:t>
            </a:r>
            <a:r>
              <a:rPr lang="en-US" sz="2800" b="1" dirty="0"/>
              <a:t> </a:t>
            </a:r>
            <a:r>
              <a:rPr lang="en-US" sz="2800" b="1" dirty="0" err="1"/>
              <a:t>বাসনা</a:t>
            </a:r>
            <a:r>
              <a:rPr lang="en-US" sz="2800" dirty="0"/>
              <a:t> </a:t>
            </a:r>
            <a:r>
              <a:rPr lang="en-US" sz="2800" dirty="0" err="1"/>
              <a:t>দ্বারা</a:t>
            </a:r>
            <a:r>
              <a:rPr lang="en-US" sz="2800" dirty="0"/>
              <a:t> </a:t>
            </a:r>
            <a:r>
              <a:rPr lang="en-US" sz="2800" dirty="0" err="1"/>
              <a:t>বিকৃত</a:t>
            </a:r>
            <a:r>
              <a:rPr lang="en-US" sz="2800" dirty="0"/>
              <a:t> </a:t>
            </a:r>
            <a:r>
              <a:rPr lang="en-US" sz="2800" dirty="0" err="1"/>
              <a:t>তারা</a:t>
            </a:r>
            <a:r>
              <a:rPr lang="en-US" sz="2800" dirty="0"/>
              <a:t> </a:t>
            </a:r>
            <a:r>
              <a:rPr lang="en-US" sz="2800" dirty="0" err="1"/>
              <a:t>অন্য</a:t>
            </a:r>
            <a:r>
              <a:rPr lang="en-US" sz="2800" dirty="0"/>
              <a:t> </a:t>
            </a:r>
            <a:r>
              <a:rPr lang="en-US" sz="2800" dirty="0" err="1"/>
              <a:t>দেব-দেবীর</a:t>
            </a:r>
            <a:r>
              <a:rPr lang="en-US" sz="2800" dirty="0"/>
              <a:t> </a:t>
            </a:r>
            <a:r>
              <a:rPr lang="en-US" sz="2800" dirty="0" err="1"/>
              <a:t>শরণাগত</a:t>
            </a:r>
            <a:r>
              <a:rPr lang="en-US" sz="2800" dirty="0"/>
              <a:t> </a:t>
            </a:r>
            <a:r>
              <a:rPr lang="en-US" sz="2800" dirty="0" err="1"/>
              <a:t>হয়ে</a:t>
            </a:r>
            <a:r>
              <a:rPr lang="en-US" sz="2800" dirty="0"/>
              <a:t> </a:t>
            </a:r>
            <a:r>
              <a:rPr lang="en-US" sz="2800" dirty="0" err="1"/>
              <a:t>এবং</a:t>
            </a:r>
            <a:r>
              <a:rPr lang="en-US" sz="2800" dirty="0"/>
              <a:t> </a:t>
            </a:r>
            <a:r>
              <a:rPr lang="en-US" sz="2800" dirty="0" err="1"/>
              <a:t>তাদের</a:t>
            </a:r>
            <a:r>
              <a:rPr lang="en-US" sz="2800" dirty="0"/>
              <a:t> </a:t>
            </a:r>
            <a:r>
              <a:rPr lang="en-US" sz="2800" dirty="0" err="1"/>
              <a:t>স্বীয়</a:t>
            </a:r>
            <a:r>
              <a:rPr lang="en-US" sz="2800" dirty="0"/>
              <a:t> </a:t>
            </a:r>
            <a:r>
              <a:rPr lang="en-US" sz="2800" dirty="0" err="1"/>
              <a:t>স্বভাব</a:t>
            </a:r>
            <a:r>
              <a:rPr lang="en-US" sz="2800" dirty="0"/>
              <a:t> </a:t>
            </a:r>
            <a:r>
              <a:rPr lang="en-US" sz="2800" dirty="0" err="1"/>
              <a:t>অনুসারে</a:t>
            </a:r>
            <a:r>
              <a:rPr lang="en-US" sz="2800" dirty="0"/>
              <a:t> </a:t>
            </a:r>
            <a:r>
              <a:rPr lang="en-US" sz="2800" dirty="0" err="1"/>
              <a:t>নিয়ম</a:t>
            </a:r>
            <a:r>
              <a:rPr lang="en-US" sz="2800" dirty="0"/>
              <a:t> </a:t>
            </a:r>
            <a:r>
              <a:rPr lang="en-US" sz="2800" dirty="0" err="1"/>
              <a:t>পালন</a:t>
            </a:r>
            <a:r>
              <a:rPr lang="en-US" sz="2800" dirty="0"/>
              <a:t> </a:t>
            </a:r>
            <a:r>
              <a:rPr lang="en-US" sz="2800" dirty="0" err="1"/>
              <a:t>করে</a:t>
            </a:r>
            <a:r>
              <a:rPr lang="en-US" sz="2800" dirty="0"/>
              <a:t> </a:t>
            </a:r>
            <a:r>
              <a:rPr lang="en-US" sz="2800" dirty="0" err="1"/>
              <a:t>দেবতাদের</a:t>
            </a:r>
            <a:r>
              <a:rPr lang="en-US" sz="2800" dirty="0"/>
              <a:t> </a:t>
            </a:r>
            <a:r>
              <a:rPr lang="en-US" sz="2800" dirty="0" err="1"/>
              <a:t>উপাসনা</a:t>
            </a:r>
            <a:r>
              <a:rPr lang="en-US" sz="2800" dirty="0"/>
              <a:t> </a:t>
            </a:r>
            <a:r>
              <a:rPr lang="en-US" sz="2800" dirty="0" err="1"/>
              <a:t>করে</a:t>
            </a:r>
            <a:r>
              <a:rPr lang="en-US" sz="2800" dirty="0"/>
              <a:t>।</a:t>
            </a:r>
          </a:p>
          <a:p>
            <a:r>
              <a:rPr lang="en-US" sz="2800" dirty="0"/>
              <a:t> </a:t>
            </a:r>
          </a:p>
          <a:p>
            <a:r>
              <a:rPr lang="en-US" sz="2800" b="1" dirty="0" err="1"/>
              <a:t>অল্পবুদ্ধি</a:t>
            </a:r>
            <a:r>
              <a:rPr lang="en-US" sz="2800" b="1" dirty="0"/>
              <a:t> </a:t>
            </a:r>
            <a:r>
              <a:rPr lang="en-US" sz="2800" b="1" dirty="0" err="1"/>
              <a:t>ব্যক্তিদের</a:t>
            </a:r>
            <a:r>
              <a:rPr lang="en-US" sz="2800" b="1" dirty="0"/>
              <a:t> </a:t>
            </a:r>
            <a:r>
              <a:rPr lang="en-US" sz="2800" b="1" dirty="0" err="1"/>
              <a:t>আরাধনার</a:t>
            </a:r>
            <a:r>
              <a:rPr lang="en-US" sz="2800" b="1" dirty="0"/>
              <a:t> </a:t>
            </a:r>
            <a:r>
              <a:rPr lang="en-US" sz="2800" b="1" dirty="0" err="1"/>
              <a:t>লব্ধ</a:t>
            </a:r>
            <a:r>
              <a:rPr lang="en-US" sz="2800" b="1" dirty="0"/>
              <a:t> </a:t>
            </a:r>
            <a:r>
              <a:rPr lang="en-US" sz="2800" b="1" dirty="0" err="1"/>
              <a:t>ফল</a:t>
            </a:r>
            <a:r>
              <a:rPr lang="en-US" sz="2800" b="1" dirty="0"/>
              <a:t> </a:t>
            </a:r>
            <a:r>
              <a:rPr lang="en-US" sz="2800" b="1" dirty="0" err="1"/>
              <a:t>অস্থায়ী</a:t>
            </a:r>
            <a:r>
              <a:rPr lang="en-US" sz="2800" b="1" dirty="0"/>
              <a:t>।</a:t>
            </a:r>
            <a:r>
              <a:rPr lang="en-US" sz="2800" dirty="0"/>
              <a:t> </a:t>
            </a:r>
            <a:r>
              <a:rPr lang="en-US" sz="2800" dirty="0" err="1"/>
              <a:t>দেবতাদের</a:t>
            </a:r>
            <a:r>
              <a:rPr lang="en-US" sz="2800" dirty="0"/>
              <a:t> </a:t>
            </a:r>
            <a:r>
              <a:rPr lang="en-US" sz="2800" dirty="0" err="1"/>
              <a:t>উপাসকেরা</a:t>
            </a:r>
            <a:r>
              <a:rPr lang="en-US" sz="2800" dirty="0"/>
              <a:t> </a:t>
            </a:r>
            <a:r>
              <a:rPr lang="en-US" sz="2800" dirty="0" err="1"/>
              <a:t>তাদের</a:t>
            </a:r>
            <a:r>
              <a:rPr lang="en-US" sz="2800" dirty="0"/>
              <a:t> </a:t>
            </a:r>
            <a:r>
              <a:rPr lang="en-US" sz="2800" dirty="0" err="1"/>
              <a:t>আরাধ্য</a:t>
            </a:r>
            <a:r>
              <a:rPr lang="en-US" sz="2800" dirty="0"/>
              <a:t> </a:t>
            </a:r>
            <a:r>
              <a:rPr lang="en-US" sz="2800" dirty="0" err="1"/>
              <a:t>দেবতাদের</a:t>
            </a:r>
            <a:r>
              <a:rPr lang="en-US" sz="2800" dirty="0"/>
              <a:t> </a:t>
            </a:r>
            <a:r>
              <a:rPr lang="en-US" sz="2800" dirty="0" err="1"/>
              <a:t>লোক</a:t>
            </a:r>
            <a:r>
              <a:rPr lang="en-US" sz="2800" dirty="0"/>
              <a:t> </a:t>
            </a:r>
            <a:r>
              <a:rPr lang="en-US" sz="2800" dirty="0" err="1"/>
              <a:t>প্রাপ্ত</a:t>
            </a:r>
            <a:r>
              <a:rPr lang="en-US" sz="2800" dirty="0"/>
              <a:t> </a:t>
            </a:r>
            <a:r>
              <a:rPr lang="en-US" sz="2800" dirty="0" err="1"/>
              <a:t>হন</a:t>
            </a:r>
            <a:r>
              <a:rPr lang="en-US" sz="2800" dirty="0"/>
              <a:t>, </a:t>
            </a:r>
            <a:r>
              <a:rPr lang="en-US" sz="2800" dirty="0" err="1"/>
              <a:t>কিন্তু</a:t>
            </a:r>
            <a:r>
              <a:rPr lang="en-US" sz="2800" dirty="0"/>
              <a:t> </a:t>
            </a:r>
            <a:r>
              <a:rPr lang="en-US" sz="2800" dirty="0" err="1"/>
              <a:t>আমার</a:t>
            </a:r>
            <a:r>
              <a:rPr lang="en-US" sz="2800" dirty="0"/>
              <a:t> </a:t>
            </a:r>
            <a:r>
              <a:rPr lang="en-US" sz="2800" dirty="0" err="1"/>
              <a:t>ভক্তরা</a:t>
            </a:r>
            <a:r>
              <a:rPr lang="en-US" sz="2800" dirty="0"/>
              <a:t> </a:t>
            </a:r>
            <a:r>
              <a:rPr lang="en-US" sz="2800" dirty="0" err="1"/>
              <a:t>আমার</a:t>
            </a:r>
            <a:r>
              <a:rPr lang="en-US" sz="2800" dirty="0"/>
              <a:t> </a:t>
            </a:r>
            <a:r>
              <a:rPr lang="en-US" sz="2800" dirty="0" err="1"/>
              <a:t>পরম</a:t>
            </a:r>
            <a:r>
              <a:rPr lang="en-US" sz="2800" dirty="0"/>
              <a:t> </a:t>
            </a:r>
            <a:r>
              <a:rPr lang="en-US" sz="2800" dirty="0" err="1"/>
              <a:t>ধাম</a:t>
            </a:r>
            <a:r>
              <a:rPr lang="en-US" sz="2800" dirty="0"/>
              <a:t> </a:t>
            </a:r>
            <a:r>
              <a:rPr lang="en-US" sz="2800" dirty="0" err="1"/>
              <a:t>প্রাপ্ত</a:t>
            </a:r>
            <a:r>
              <a:rPr lang="en-US" sz="2800" dirty="0"/>
              <a:t> </a:t>
            </a:r>
            <a:r>
              <a:rPr lang="en-US" sz="2800" dirty="0" err="1"/>
              <a:t>হন</a:t>
            </a:r>
            <a:r>
              <a:rPr lang="en-US" sz="2800" dirty="0"/>
              <a:t>।“ </a:t>
            </a:r>
          </a:p>
          <a:p>
            <a:r>
              <a:rPr lang="en-US" sz="2800" dirty="0"/>
              <a:t>-</a:t>
            </a:r>
            <a:r>
              <a:rPr lang="en-US" sz="2800" dirty="0" err="1"/>
              <a:t>শ্রীমদ্ভগবদ্গীতা</a:t>
            </a:r>
            <a:r>
              <a:rPr lang="en-US" sz="2800" dirty="0"/>
              <a:t> ৭/২০-২১।</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1" name="Title 1"/>
          <p:cNvSpPr>
            <a:spLocks noGrp="1"/>
          </p:cNvSpPr>
          <p:nvPr>
            <p:ph type="title"/>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as-IN" altLang="en-US" u="sng">
                <a:effectLst>
                  <a:outerShdw blurRad="38100" dist="38100" dir="2700000" algn="br" rotWithShape="0">
                    <a:srgbClr val="000000"/>
                  </a:outerShdw>
                </a:effectLst>
                <a:latin typeface="NikoshBAN" pitchFamily="2" charset="0"/>
                <a:ea typeface="NikoshBAN" pitchFamily="2" charset="0"/>
              </a:rPr>
              <a:t>"ত্রৈতবাদ"</a:t>
            </a:r>
          </a:p>
        </p:txBody>
      </p:sp>
      <p:sp>
        <p:nvSpPr>
          <p:cNvPr id="1048732" name="Content Placeholder 2"/>
          <p:cNvSpPr>
            <a:spLocks noGrp="1"/>
          </p:cNvSpPr>
          <p:nvPr>
            <p:ph idx="1"/>
          </p:nvPr>
        </p:nvSpPr>
        <p:spPr>
          <a:xfrm>
            <a:off x="211791" y="2397589"/>
            <a:ext cx="8720417" cy="2062822"/>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lvl="0"/>
            <a:r>
              <a:rPr lang="as-IN" altLang="en-US" sz="3200" b="1">
                <a:latin typeface="NikoshBAN" pitchFamily="2" charset="0"/>
                <a:ea typeface="NikoshBAN" pitchFamily="2" charset="0"/>
              </a:rPr>
              <a:t>প্রকৃতিঃ</a:t>
            </a:r>
            <a:r>
              <a:rPr lang="as-IN" altLang="en-US" sz="3200">
                <a:latin typeface="NikoshBAN" pitchFamily="2" charset="0"/>
                <a:ea typeface="NikoshBAN" pitchFamily="2" charset="0"/>
              </a:rPr>
              <a:t> </a:t>
            </a:r>
            <a:r>
              <a:rPr lang="en-US" altLang="en-US" sz="3200">
                <a:latin typeface="NikoshBAN" pitchFamily="2" charset="0"/>
                <a:ea typeface="NikoshBAN" pitchFamily="2" charset="0"/>
              </a:rPr>
              <a:t>   </a:t>
            </a:r>
            <a:r>
              <a:rPr lang="as-IN" altLang="en-US" sz="3200">
                <a:solidFill>
                  <a:srgbClr val="330066"/>
                </a:solidFill>
                <a:latin typeface="NikoshBAN" pitchFamily="2" charset="0"/>
                <a:ea typeface="NikoshBAN" pitchFamily="2" charset="0"/>
              </a:rPr>
              <a:t>স</a:t>
            </a:r>
            <a:r>
              <a:rPr lang="en-US" altLang="en-US" sz="3200">
                <a:solidFill>
                  <a:srgbClr val="330066"/>
                </a:solidFill>
                <a:latin typeface="NikoshBAN" pitchFamily="2" charset="0"/>
                <a:ea typeface="NikoshBAN" pitchFamily="2" charset="0"/>
              </a:rPr>
              <a:t>ৎ</a:t>
            </a:r>
            <a:r>
              <a:rPr lang="as-IN" altLang="en-US" sz="3200">
                <a:solidFill>
                  <a:srgbClr val="330066"/>
                </a:solidFill>
                <a:latin typeface="NikoshBAN" pitchFamily="2" charset="0"/>
                <a:ea typeface="NikoshBAN" pitchFamily="2" charset="0"/>
              </a:rPr>
              <a:t>-নিত্য।</a:t>
            </a:r>
          </a:p>
          <a:p>
            <a:pPr lvl="0"/>
            <a:r>
              <a:rPr lang="as-IN" altLang="en-US" sz="3200" b="1">
                <a:latin typeface="NikoshBAN" pitchFamily="2" charset="0"/>
                <a:ea typeface="NikoshBAN" pitchFamily="2" charset="0"/>
              </a:rPr>
              <a:t>জীবাত্মাঃ</a:t>
            </a:r>
            <a:r>
              <a:rPr lang="as-IN" altLang="en-US" sz="3200">
                <a:latin typeface="NikoshBAN" pitchFamily="2" charset="0"/>
                <a:ea typeface="NikoshBAN" pitchFamily="2" charset="0"/>
              </a:rPr>
              <a:t> </a:t>
            </a:r>
            <a:r>
              <a:rPr lang="as-IN" altLang="en-US" sz="3200">
                <a:solidFill>
                  <a:srgbClr val="330066"/>
                </a:solidFill>
                <a:latin typeface="NikoshBAN" pitchFamily="2" charset="0"/>
                <a:ea typeface="NikoshBAN" pitchFamily="2" charset="0"/>
              </a:rPr>
              <a:t>স</a:t>
            </a:r>
            <a:r>
              <a:rPr lang="en-US" altLang="en-US" sz="3200">
                <a:solidFill>
                  <a:srgbClr val="330066"/>
                </a:solidFill>
                <a:latin typeface="NikoshBAN" pitchFamily="2" charset="0"/>
                <a:ea typeface="NikoshBAN" pitchFamily="2" charset="0"/>
              </a:rPr>
              <a:t>ৎ</a:t>
            </a:r>
            <a:r>
              <a:rPr lang="as-IN" altLang="en-US" sz="3200">
                <a:solidFill>
                  <a:srgbClr val="330066"/>
                </a:solidFill>
                <a:latin typeface="NikoshBAN" pitchFamily="2" charset="0"/>
                <a:ea typeface="NikoshBAN" pitchFamily="2" charset="0"/>
              </a:rPr>
              <a:t>-নিত্য</a:t>
            </a:r>
            <a:r>
              <a:rPr lang="as-IN" altLang="en-US" sz="3200">
                <a:latin typeface="NikoshBAN" pitchFamily="2" charset="0"/>
                <a:ea typeface="NikoshBAN" pitchFamily="2" charset="0"/>
              </a:rPr>
              <a:t>, </a:t>
            </a:r>
            <a:r>
              <a:rPr lang="as-IN" altLang="en-US" sz="3200">
                <a:solidFill>
                  <a:srgbClr val="0000FF"/>
                </a:solidFill>
                <a:latin typeface="NikoshBAN" pitchFamily="2" charset="0"/>
                <a:ea typeface="NikoshBAN" pitchFamily="2" charset="0"/>
              </a:rPr>
              <a:t>চি</a:t>
            </a:r>
            <a:r>
              <a:rPr lang="en-US" altLang="en-US" sz="3200">
                <a:solidFill>
                  <a:srgbClr val="0000FF"/>
                </a:solidFill>
                <a:latin typeface="NikoshBAN" pitchFamily="2" charset="0"/>
                <a:ea typeface="NikoshBAN" pitchFamily="2" charset="0"/>
              </a:rPr>
              <a:t>ৎ</a:t>
            </a:r>
            <a:r>
              <a:rPr lang="as-IN" altLang="en-US" sz="3200">
                <a:solidFill>
                  <a:srgbClr val="0000FF"/>
                </a:solidFill>
                <a:latin typeface="NikoshBAN" pitchFamily="2" charset="0"/>
                <a:ea typeface="NikoshBAN" pitchFamily="2" charset="0"/>
              </a:rPr>
              <a:t>-চেতন।</a:t>
            </a:r>
          </a:p>
          <a:p>
            <a:pPr lvl="0"/>
            <a:r>
              <a:rPr lang="as-IN" altLang="en-US" sz="3200" b="1">
                <a:latin typeface="NikoshBAN" pitchFamily="2" charset="0"/>
                <a:ea typeface="NikoshBAN" pitchFamily="2" charset="0"/>
              </a:rPr>
              <a:t>পরমাত্মাঃ</a:t>
            </a:r>
            <a:r>
              <a:rPr lang="as-IN" altLang="en-US" sz="3200">
                <a:latin typeface="NikoshBAN" pitchFamily="2" charset="0"/>
                <a:ea typeface="NikoshBAN" pitchFamily="2" charset="0"/>
              </a:rPr>
              <a:t> </a:t>
            </a:r>
            <a:r>
              <a:rPr lang="as-IN" altLang="en-US" sz="3200">
                <a:solidFill>
                  <a:srgbClr val="330066"/>
                </a:solidFill>
                <a:latin typeface="NikoshBAN" pitchFamily="2" charset="0"/>
                <a:ea typeface="NikoshBAN" pitchFamily="2" charset="0"/>
              </a:rPr>
              <a:t>স</a:t>
            </a:r>
            <a:r>
              <a:rPr lang="en-US" altLang="en-US" sz="3200">
                <a:solidFill>
                  <a:srgbClr val="330066"/>
                </a:solidFill>
                <a:latin typeface="NikoshBAN" pitchFamily="2" charset="0"/>
                <a:ea typeface="NikoshBAN" pitchFamily="2" charset="0"/>
              </a:rPr>
              <a:t>ৎ</a:t>
            </a:r>
            <a:r>
              <a:rPr lang="as-IN" altLang="en-US" sz="3200">
                <a:solidFill>
                  <a:srgbClr val="330066"/>
                </a:solidFill>
                <a:latin typeface="NikoshBAN" pitchFamily="2" charset="0"/>
                <a:ea typeface="NikoshBAN" pitchFamily="2" charset="0"/>
              </a:rPr>
              <a:t>-নিত্য</a:t>
            </a:r>
            <a:r>
              <a:rPr lang="as-IN" altLang="en-US" sz="3200">
                <a:latin typeface="NikoshBAN" pitchFamily="2" charset="0"/>
                <a:ea typeface="NikoshBAN" pitchFamily="2" charset="0"/>
              </a:rPr>
              <a:t>, </a:t>
            </a:r>
            <a:r>
              <a:rPr lang="as-IN" altLang="en-US" sz="3200">
                <a:solidFill>
                  <a:srgbClr val="0000FF"/>
                </a:solidFill>
                <a:latin typeface="NikoshBAN" pitchFamily="2" charset="0"/>
                <a:ea typeface="NikoshBAN" pitchFamily="2" charset="0"/>
              </a:rPr>
              <a:t>চি</a:t>
            </a:r>
            <a:r>
              <a:rPr lang="en-US" altLang="en-US" sz="3200">
                <a:solidFill>
                  <a:srgbClr val="0000FF"/>
                </a:solidFill>
                <a:latin typeface="NikoshBAN" pitchFamily="2" charset="0"/>
                <a:ea typeface="NikoshBAN" pitchFamily="2" charset="0"/>
              </a:rPr>
              <a:t>ৎ</a:t>
            </a:r>
            <a:r>
              <a:rPr lang="as-IN" altLang="en-US" sz="3200">
                <a:solidFill>
                  <a:srgbClr val="0000FF"/>
                </a:solidFill>
                <a:latin typeface="NikoshBAN" pitchFamily="2" charset="0"/>
                <a:ea typeface="NikoshBAN" pitchFamily="2" charset="0"/>
              </a:rPr>
              <a:t>-চেতন</a:t>
            </a:r>
            <a:r>
              <a:rPr lang="as-IN" altLang="en-US" sz="3200">
                <a:latin typeface="NikoshBAN" pitchFamily="2" charset="0"/>
                <a:ea typeface="NikoshBAN" pitchFamily="2" charset="0"/>
              </a:rPr>
              <a:t>, </a:t>
            </a:r>
            <a:r>
              <a:rPr lang="as-IN" altLang="en-US" sz="3200">
                <a:solidFill>
                  <a:srgbClr val="800000"/>
                </a:solidFill>
                <a:latin typeface="NikoshBAN" pitchFamily="2" charset="0"/>
                <a:ea typeface="NikoshBAN" pitchFamily="2" charset="0"/>
              </a:rPr>
              <a:t>আনন্দ- আনন্দময়</a:t>
            </a:r>
            <a:r>
              <a:rPr lang="as-IN" altLang="en-US" sz="3200">
                <a:latin typeface="NikoshBAN" pitchFamily="2" charset="0"/>
                <a:ea typeface="NikoshBAN" pitchFamily="2" charset="0"/>
              </a:rPr>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3" name="Title 1"/>
          <p:cNvSpPr>
            <a:spLocks noGrp="1"/>
          </p:cNvSpPr>
          <p:nvPr>
            <p:ph type="title"/>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as-IN" altLang="en-US" u="sng">
                <a:effectLst>
                  <a:outerShdw blurRad="38100" dist="38100" dir="2700000" algn="br" rotWithShape="0">
                    <a:srgbClr val="000000"/>
                  </a:outerShdw>
                </a:effectLst>
                <a:latin typeface="NikoshBAN" pitchFamily="2" charset="0"/>
                <a:ea typeface="NikoshBAN" pitchFamily="2" charset="0"/>
              </a:rPr>
              <a:t>"ত্রৈতবাদ"</a:t>
            </a:r>
          </a:p>
        </p:txBody>
      </p:sp>
      <p:sp>
        <p:nvSpPr>
          <p:cNvPr id="1048734" name="Content Placeholder 2"/>
          <p:cNvSpPr>
            <a:spLocks noGrp="1"/>
          </p:cNvSpPr>
          <p:nvPr>
            <p:ph idx="1"/>
          </p:nvPr>
        </p:nvSpPr>
        <p:spPr>
          <a:xfrm>
            <a:off x="271787" y="1728956"/>
            <a:ext cx="8600426" cy="4860079"/>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lgn="ctr">
              <a:buFontTx/>
              <a:buNone/>
            </a:pPr>
            <a:r>
              <a:rPr lang="as-IN" altLang="en-US" sz="2800">
                <a:latin typeface="NikoshBAN" pitchFamily="2" charset="0"/>
                <a:ea typeface="NikoshBAN" pitchFamily="2" charset="0"/>
              </a:rPr>
              <a:t>দ্বা সপর্ণা সযুজা সখায়া সমানং বৃক্ষং পরিষস্বজাতে।</a:t>
            </a:r>
          </a:p>
          <a:p>
            <a:pPr marL="0" lvl="0" indent="0" algn="ctr">
              <a:buFontTx/>
              <a:buNone/>
            </a:pPr>
            <a:r>
              <a:rPr lang="as-IN" altLang="en-US" sz="2800">
                <a:latin typeface="NikoshBAN" pitchFamily="2" charset="0"/>
                <a:ea typeface="NikoshBAN" pitchFamily="2" charset="0"/>
              </a:rPr>
              <a:t>তয়োরন্যঃ পিপ্পলং স্বাদ্বত্ত্যনশ্নন্নন্যোহ্ভিচাকশীতি ॥ </a:t>
            </a:r>
          </a:p>
          <a:p>
            <a:pPr marL="0" lvl="0" indent="0" algn="ctr">
              <a:buFontTx/>
              <a:buNone/>
            </a:pPr>
            <a:r>
              <a:rPr lang="en-US" altLang="en-US" sz="2800">
                <a:latin typeface="NikoshBAN" pitchFamily="2" charset="0"/>
                <a:ea typeface="NikoshBAN" pitchFamily="2" charset="0"/>
              </a:rPr>
              <a:t>(</a:t>
            </a:r>
            <a:r>
              <a:rPr lang="as-IN" altLang="en-US" sz="2800">
                <a:latin typeface="NikoshBAN" pitchFamily="2" charset="0"/>
                <a:ea typeface="NikoshBAN" pitchFamily="2" charset="0"/>
              </a:rPr>
              <a:t>ঋঃ ১/১৬৪/২০</a:t>
            </a:r>
            <a:r>
              <a:rPr lang="en-US" altLang="en-US" sz="2800">
                <a:latin typeface="NikoshBAN" pitchFamily="2" charset="0"/>
                <a:ea typeface="NikoshBAN" pitchFamily="2" charset="0"/>
              </a:rPr>
              <a:t>, </a:t>
            </a:r>
            <a:r>
              <a:rPr lang="as-IN" altLang="en-US" sz="2800">
                <a:latin typeface="NikoshBAN" pitchFamily="2" charset="0"/>
                <a:ea typeface="NikoshBAN" pitchFamily="2" charset="0"/>
              </a:rPr>
              <a:t>মণ্ডকঃ</a:t>
            </a:r>
            <a:r>
              <a:rPr lang="en-US" altLang="en-US" sz="2800">
                <a:latin typeface="NikoshBAN" pitchFamily="2" charset="0"/>
                <a:ea typeface="NikoshBAN" pitchFamily="2" charset="0"/>
              </a:rPr>
              <a:t> </a:t>
            </a:r>
            <a:r>
              <a:rPr lang="as-IN" altLang="en-US" sz="2800">
                <a:latin typeface="NikoshBAN" pitchFamily="2" charset="0"/>
                <a:ea typeface="NikoshBAN" pitchFamily="2" charset="0"/>
              </a:rPr>
              <a:t>৩/১/১</a:t>
            </a:r>
            <a:r>
              <a:rPr lang="en-US" altLang="en-US" sz="2800">
                <a:latin typeface="NikoshBAN" pitchFamily="2" charset="0"/>
                <a:ea typeface="NikoshBAN" pitchFamily="2" charset="0"/>
              </a:rPr>
              <a:t>,</a:t>
            </a:r>
            <a:r>
              <a:rPr lang="as-IN" altLang="en-US" sz="2800">
                <a:latin typeface="NikoshBAN" pitchFamily="2" charset="0"/>
                <a:ea typeface="NikoshBAN" pitchFamily="2" charset="0"/>
              </a:rPr>
              <a:t>শ্বেতাঃ৪/৬</a:t>
            </a:r>
            <a:r>
              <a:rPr lang="en-US" altLang="en-US" sz="2800">
                <a:latin typeface="NikoshBAN" pitchFamily="2" charset="0"/>
                <a:ea typeface="NikoshBAN" pitchFamily="2" charset="0"/>
              </a:rPr>
              <a:t>)</a:t>
            </a:r>
            <a:endParaRPr lang="zh-CN" altLang="en-US" sz="2800"/>
          </a:p>
          <a:p>
            <a:pPr marL="0" lvl="0" indent="0" algn="ctr"/>
            <a:endParaRPr lang="as-IN" altLang="en-US" sz="2800">
              <a:latin typeface="NikoshBAN" pitchFamily="2" charset="0"/>
              <a:ea typeface="NikoshBAN" pitchFamily="2" charset="0"/>
            </a:endParaRPr>
          </a:p>
          <a:p>
            <a:pPr marL="0" lvl="0" indent="0" algn="ctr">
              <a:buFontTx/>
              <a:buNone/>
            </a:pPr>
            <a:r>
              <a:rPr lang="as-IN" altLang="en-US" sz="2800">
                <a:latin typeface="NikoshBAN" pitchFamily="2" charset="0"/>
                <a:ea typeface="NikoshBAN" pitchFamily="2" charset="0"/>
              </a:rPr>
              <a:t>সরলার্থঃ সর্বদা যুক্ত ও পরস্পর সখ্যভাবাপন্ন দুইটি শোভন-পক্ষ পক্ষী ( জীবাত্মা ও পরমাত্মা) একই দেহ-বৃক্ষকে আশ্রয়পূর্বক পরস্পর আলিঙ্গন করিয়া আছে। তাহাদের মধ্যে একজন (জীব) দেহ-বৃক্ষের বিচিত্র আস্বাদুক্ত ফল (সুখদুঃখাত্মক কর্ম ফল ) ভোজন করে, অপরটি কিছু ভক্ষণ না করিয়া কেবল দর্শন করে।</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5" name="Title 1"/>
          <p:cNvSpPr>
            <a:spLocks noGrp="1"/>
          </p:cNvSpPr>
          <p:nvPr>
            <p:ph type="title"/>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as-IN" altLang="en-US" u="sng">
                <a:effectLst>
                  <a:outerShdw blurRad="38100" dist="38100" dir="2700000" algn="br" rotWithShape="0">
                    <a:srgbClr val="000000"/>
                  </a:outerShdw>
                </a:effectLst>
                <a:latin typeface="NikoshBAN" pitchFamily="2" charset="0"/>
                <a:ea typeface="NikoshBAN" pitchFamily="2" charset="0"/>
              </a:rPr>
              <a:t>"আত্মানং বিদ্ধি"</a:t>
            </a:r>
          </a:p>
        </p:txBody>
      </p:sp>
      <p:sp>
        <p:nvSpPr>
          <p:cNvPr id="1048736" name="Content Placeholder 2"/>
          <p:cNvSpPr>
            <a:spLocks noGrp="1"/>
          </p:cNvSpPr>
          <p:nvPr>
            <p:ph idx="1"/>
          </p:nvPr>
        </p:nvSpPr>
        <p:spPr>
          <a:xfrm>
            <a:off x="457200" y="2136082"/>
            <a:ext cx="8222779" cy="4112318"/>
          </a:xfrm>
          <a:prstGeom prst="rect">
            <a:avLst/>
          </a:prstGeom>
          <a:noFill/>
          <a:ln>
            <a:noFill/>
          </a:ln>
        </p:spPr>
        <p:txBody>
          <a:bodyPr vert="horz" lIns="91440" tIns="45720" rIns="91440" bIns="45720" anchor="t" anchorCtr="1"/>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buNone/>
            </a:pPr>
            <a:r>
              <a:rPr lang="as-IN" altLang="en-US" dirty="0">
                <a:latin typeface="NikoshBAN" pitchFamily="2" charset="0"/>
                <a:ea typeface="NikoshBAN" pitchFamily="2" charset="0"/>
              </a:rPr>
              <a:t>১</a:t>
            </a:r>
            <a:r>
              <a:rPr lang="en-US" altLang="en-US" dirty="0">
                <a:latin typeface="NikoshBAN" pitchFamily="2" charset="0"/>
                <a:ea typeface="NikoshBAN" pitchFamily="2" charset="0"/>
              </a:rPr>
              <a:t>.</a:t>
            </a:r>
            <a:r>
              <a:rPr lang="as-IN" altLang="en-US" dirty="0">
                <a:latin typeface="NikoshBAN" pitchFamily="2" charset="0"/>
                <a:ea typeface="NikoshBAN" pitchFamily="2" charset="0"/>
              </a:rPr>
              <a:t>ঘোড়া</a:t>
            </a:r>
            <a:r>
              <a:rPr lang="en-US" altLang="en-US" dirty="0">
                <a:latin typeface="NikoshBAN" pitchFamily="2" charset="0"/>
                <a:ea typeface="NikoshBAN" pitchFamily="2" charset="0"/>
              </a:rPr>
              <a:t>, </a:t>
            </a:r>
            <a:r>
              <a:rPr lang="as-IN" altLang="en-US" dirty="0">
                <a:latin typeface="NikoshBAN" pitchFamily="2" charset="0"/>
                <a:ea typeface="NikoshBAN" pitchFamily="2" charset="0"/>
              </a:rPr>
              <a:t>২</a:t>
            </a:r>
            <a:r>
              <a:rPr lang="en-US" altLang="en-US" dirty="0">
                <a:latin typeface="NikoshBAN" pitchFamily="2" charset="0"/>
                <a:ea typeface="NikoshBAN" pitchFamily="2" charset="0"/>
              </a:rPr>
              <a:t>.</a:t>
            </a:r>
            <a:r>
              <a:rPr lang="as-IN" altLang="en-US" dirty="0">
                <a:latin typeface="NikoshBAN" pitchFamily="2" charset="0"/>
                <a:ea typeface="NikoshBAN" pitchFamily="2" charset="0"/>
              </a:rPr>
              <a:t>লাগাম</a:t>
            </a:r>
            <a:r>
              <a:rPr lang="en-US" altLang="en-US" dirty="0">
                <a:latin typeface="NikoshBAN" pitchFamily="2" charset="0"/>
                <a:ea typeface="NikoshBAN" pitchFamily="2" charset="0"/>
              </a:rPr>
              <a:t>,</a:t>
            </a:r>
            <a:r>
              <a:rPr lang="as-IN" altLang="en-US" dirty="0">
                <a:latin typeface="NikoshBAN" pitchFamily="2" charset="0"/>
                <a:ea typeface="NikoshBAN" pitchFamily="2" charset="0"/>
              </a:rPr>
              <a:t> ৩</a:t>
            </a:r>
            <a:r>
              <a:rPr lang="en-US" altLang="en-US" dirty="0">
                <a:latin typeface="NikoshBAN" pitchFamily="2" charset="0"/>
                <a:ea typeface="NikoshBAN" pitchFamily="2" charset="0"/>
              </a:rPr>
              <a:t>.</a:t>
            </a:r>
            <a:r>
              <a:rPr lang="as-IN" altLang="en-US" dirty="0">
                <a:latin typeface="NikoshBAN" pitchFamily="2" charset="0"/>
                <a:ea typeface="NikoshBAN" pitchFamily="2" charset="0"/>
              </a:rPr>
              <a:t>রথ</a:t>
            </a:r>
            <a:r>
              <a:rPr lang="en-US" altLang="en-US" dirty="0">
                <a:latin typeface="NikoshBAN" pitchFamily="2" charset="0"/>
                <a:ea typeface="NikoshBAN" pitchFamily="2" charset="0"/>
              </a:rPr>
              <a:t>/</a:t>
            </a:r>
            <a:r>
              <a:rPr lang="as-IN" altLang="en-US" dirty="0">
                <a:latin typeface="NikoshBAN" pitchFamily="2" charset="0"/>
                <a:ea typeface="NikoshBAN" pitchFamily="2" charset="0"/>
              </a:rPr>
              <a:t>গাড়ি</a:t>
            </a:r>
            <a:r>
              <a:rPr lang="en-US" altLang="en-US" dirty="0">
                <a:latin typeface="NikoshBAN" pitchFamily="2" charset="0"/>
                <a:ea typeface="NikoshBAN" pitchFamily="2" charset="0"/>
              </a:rPr>
              <a:t>, ৪.সারথী, </a:t>
            </a:r>
            <a:r>
              <a:rPr lang="as-IN" altLang="en-US" dirty="0">
                <a:latin typeface="NikoshBAN" pitchFamily="2" charset="0"/>
                <a:ea typeface="NikoshBAN" pitchFamily="2" charset="0"/>
              </a:rPr>
              <a:t>৫</a:t>
            </a:r>
            <a:r>
              <a:rPr lang="en-US" altLang="en-US" dirty="0">
                <a:latin typeface="NikoshBAN" pitchFamily="2" charset="0"/>
                <a:ea typeface="NikoshBAN" pitchFamily="2" charset="0"/>
              </a:rPr>
              <a:t>.</a:t>
            </a:r>
            <a:r>
              <a:rPr lang="as-IN" altLang="en-US" dirty="0">
                <a:latin typeface="NikoshBAN" pitchFamily="2" charset="0"/>
                <a:ea typeface="NikoshBAN" pitchFamily="2" charset="0"/>
              </a:rPr>
              <a:t>চালক। </a:t>
            </a:r>
            <a:endParaRPr lang="zh-CN" altLang="en-US" dirty="0"/>
          </a:p>
          <a:p>
            <a:pPr lvl="0" algn="ctr">
              <a:buFontTx/>
              <a:buNone/>
            </a:pPr>
            <a:r>
              <a:rPr lang="as-IN" altLang="en-US" sz="3200" dirty="0">
                <a:latin typeface="NikoshBAN" pitchFamily="2" charset="0"/>
                <a:ea typeface="NikoshBAN" pitchFamily="2" charset="0"/>
              </a:rPr>
              <a:t>রথ</a:t>
            </a:r>
            <a:r>
              <a:rPr lang="en-US" altLang="en-US" sz="3200" dirty="0">
                <a:latin typeface="NikoshBAN" pitchFamily="2" charset="0"/>
                <a:ea typeface="NikoshBAN" pitchFamily="2" charset="0"/>
              </a:rPr>
              <a:t>/</a:t>
            </a:r>
            <a:r>
              <a:rPr lang="as-IN" altLang="en-US" sz="3200" dirty="0">
                <a:latin typeface="NikoshBAN" pitchFamily="2" charset="0"/>
                <a:ea typeface="NikoshBAN" pitchFamily="2" charset="0"/>
              </a:rPr>
              <a:t>গাড়িঃ</a:t>
            </a:r>
            <a:r>
              <a:rPr lang="en-US" altLang="en-US" sz="3200" dirty="0">
                <a:latin typeface="NikoshBAN" pitchFamily="2" charset="0"/>
                <a:ea typeface="NikoshBAN" pitchFamily="2" charset="0"/>
              </a:rPr>
              <a:t> </a:t>
            </a:r>
            <a:r>
              <a:rPr lang="as-IN" altLang="en-US" sz="3200" dirty="0">
                <a:latin typeface="NikoshBAN" pitchFamily="2" charset="0"/>
                <a:ea typeface="NikoshBAN" pitchFamily="2" charset="0"/>
              </a:rPr>
              <a:t>শরীর</a:t>
            </a:r>
            <a:r>
              <a:rPr lang="en-US" altLang="en-US" sz="3200" dirty="0">
                <a:latin typeface="NikoshBAN" pitchFamily="2" charset="0"/>
                <a:ea typeface="NikoshBAN" pitchFamily="2" charset="0"/>
              </a:rPr>
              <a:t>,</a:t>
            </a:r>
            <a:endParaRPr lang="zh-CN" altLang="en-US" dirty="0"/>
          </a:p>
          <a:p>
            <a:pPr lvl="0" algn="ctr">
              <a:buFontTx/>
              <a:buNone/>
            </a:pPr>
            <a:r>
              <a:rPr lang="zh-CN" altLang="en-US" sz="3200" dirty="0"/>
              <a:t>ঘোড়াঃ</a:t>
            </a:r>
            <a:r>
              <a:rPr lang="en-US" altLang="en-US" sz="3200" dirty="0"/>
              <a:t> </a:t>
            </a:r>
            <a:r>
              <a:rPr lang="zh-CN" altLang="en-US" sz="3200" dirty="0"/>
              <a:t>ইন্দ্রীয়সকল</a:t>
            </a:r>
            <a:r>
              <a:rPr lang="en-US" altLang="en-US" sz="3200" dirty="0"/>
              <a:t>,</a:t>
            </a:r>
            <a:endParaRPr lang="zh-CN" altLang="en-US" dirty="0"/>
          </a:p>
          <a:p>
            <a:pPr lvl="0" algn="ctr">
              <a:buFontTx/>
              <a:buNone/>
            </a:pPr>
            <a:r>
              <a:rPr lang="as-IN" altLang="en-US" dirty="0">
                <a:latin typeface="NikoshBAN" pitchFamily="2" charset="0"/>
                <a:ea typeface="NikoshBAN" pitchFamily="2" charset="0"/>
              </a:rPr>
              <a:t>লাগামঃ মন, </a:t>
            </a:r>
            <a:endParaRPr lang="zh-CN" altLang="en-US" dirty="0"/>
          </a:p>
          <a:p>
            <a:pPr lvl="0" algn="ctr">
              <a:buFontTx/>
              <a:buNone/>
            </a:pPr>
            <a:r>
              <a:rPr lang="zh-CN" altLang="en-US" dirty="0"/>
              <a:t>সার</a:t>
            </a:r>
            <a:r>
              <a:rPr lang="en-US" altLang="en-US" dirty="0" err="1"/>
              <a:t>থীঃ</a:t>
            </a:r>
            <a:r>
              <a:rPr lang="en-US" altLang="en-US" dirty="0"/>
              <a:t> </a:t>
            </a:r>
            <a:r>
              <a:rPr lang="en-US" altLang="en-US" dirty="0" err="1"/>
              <a:t>বুদ্ধি</a:t>
            </a:r>
            <a:r>
              <a:rPr lang="en-US" altLang="en-US" dirty="0"/>
              <a:t>,</a:t>
            </a:r>
            <a:endParaRPr lang="zh-CN" altLang="en-US" dirty="0"/>
          </a:p>
          <a:p>
            <a:pPr lvl="0" algn="ctr">
              <a:buFontTx/>
              <a:buNone/>
            </a:pPr>
            <a:r>
              <a:rPr lang="as-IN" altLang="en-US" dirty="0">
                <a:latin typeface="NikoshBAN" pitchFamily="2" charset="0"/>
                <a:ea typeface="NikoshBAN" pitchFamily="2" charset="0"/>
              </a:rPr>
              <a:t>চালকঃ</a:t>
            </a:r>
            <a:r>
              <a:rPr lang="en-US" altLang="en-US" dirty="0">
                <a:latin typeface="NikoshBAN" pitchFamily="2" charset="0"/>
                <a:ea typeface="NikoshBAN" pitchFamily="2" charset="0"/>
              </a:rPr>
              <a:t> </a:t>
            </a:r>
            <a:r>
              <a:rPr lang="as-IN" altLang="en-US" dirty="0">
                <a:latin typeface="NikoshBAN" pitchFamily="2" charset="0"/>
                <a:ea typeface="NikoshBAN" pitchFamily="2" charset="0"/>
              </a:rPr>
              <a:t>আত্মা</a:t>
            </a:r>
            <a:r>
              <a:rPr lang="en-US" altLang="en-US" dirty="0">
                <a:latin typeface="NikoshBAN" pitchFamily="2" charset="0"/>
                <a:ea typeface="NikoshBAN" pitchFamily="2" charset="0"/>
              </a:rPr>
              <a:t>।</a:t>
            </a:r>
            <a:endParaRPr lang="zh-CN" altLang="en-US" dirty="0"/>
          </a:p>
          <a:p>
            <a:pPr lvl="0" algn="ctr">
              <a:buFontTx/>
              <a:buNone/>
            </a:pP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7" name="Subtitle 1048736"/>
          <p:cNvSpPr>
            <a:spLocks noGrp="1"/>
          </p:cNvSpPr>
          <p:nvPr>
            <p:ph type="subTitle" idx="1"/>
          </p:nvPr>
        </p:nvSpPr>
        <p:spPr>
          <a:xfrm>
            <a:off x="245255" y="1719705"/>
            <a:ext cx="8653490" cy="4261947"/>
          </a:xfrm>
        </p:spPr>
        <p:txBody>
          <a:bodyPr/>
          <a:lstStyle/>
          <a:p>
            <a:r>
              <a:rPr lang="en-US" sz="2800" dirty="0"/>
              <a:t>"</a:t>
            </a:r>
            <a:r>
              <a:rPr lang="en-US" sz="2800" dirty="0" err="1"/>
              <a:t>হে</a:t>
            </a:r>
            <a:r>
              <a:rPr lang="en-US" sz="2800" dirty="0"/>
              <a:t> </a:t>
            </a:r>
            <a:r>
              <a:rPr lang="en-US" sz="2800" dirty="0" err="1"/>
              <a:t>পার্থ</a:t>
            </a:r>
            <a:r>
              <a:rPr lang="en-US" sz="2800" dirty="0"/>
              <a:t>, </a:t>
            </a:r>
            <a:r>
              <a:rPr lang="en-US" sz="2800" dirty="0" err="1"/>
              <a:t>অভ্যাস</a:t>
            </a:r>
            <a:r>
              <a:rPr lang="en-US" sz="2800" dirty="0"/>
              <a:t> </a:t>
            </a:r>
            <a:r>
              <a:rPr lang="en-US" sz="2800" dirty="0" err="1"/>
              <a:t>যোগে</a:t>
            </a:r>
            <a:r>
              <a:rPr lang="en-US" sz="2800" dirty="0"/>
              <a:t> </a:t>
            </a:r>
            <a:r>
              <a:rPr lang="en-US" sz="2800" dirty="0" err="1"/>
              <a:t>যুক্ত</a:t>
            </a:r>
            <a:r>
              <a:rPr lang="en-US" sz="2800" dirty="0"/>
              <a:t> </a:t>
            </a:r>
            <a:r>
              <a:rPr lang="en-US" sz="2800" dirty="0" err="1"/>
              <a:t>হয়ে</a:t>
            </a:r>
            <a:r>
              <a:rPr lang="en-US" sz="2800" dirty="0"/>
              <a:t> </a:t>
            </a:r>
            <a:r>
              <a:rPr lang="en-US" sz="2800" dirty="0" err="1"/>
              <a:t>অনন্যগামী</a:t>
            </a:r>
            <a:r>
              <a:rPr lang="en-US" sz="2800" dirty="0"/>
              <a:t> </a:t>
            </a:r>
            <a:r>
              <a:rPr lang="en-US" sz="2800" dirty="0" err="1"/>
              <a:t>চিত্তে</a:t>
            </a:r>
            <a:r>
              <a:rPr lang="en-US" sz="2800" dirty="0"/>
              <a:t> </a:t>
            </a:r>
            <a:r>
              <a:rPr lang="en-US" sz="2800" dirty="0" err="1"/>
              <a:t>যিনি</a:t>
            </a:r>
            <a:r>
              <a:rPr lang="en-US" sz="2800" dirty="0"/>
              <a:t> </a:t>
            </a:r>
            <a:r>
              <a:rPr lang="en-US" sz="2800" dirty="0" err="1"/>
              <a:t>আমার</a:t>
            </a:r>
            <a:r>
              <a:rPr lang="en-US" sz="2800" dirty="0"/>
              <a:t> </a:t>
            </a:r>
            <a:r>
              <a:rPr lang="en-US" sz="2800" b="1" dirty="0" err="1"/>
              <a:t>ধ্যান</a:t>
            </a:r>
            <a:r>
              <a:rPr lang="en-US" sz="2800" b="1" dirty="0"/>
              <a:t> </a:t>
            </a:r>
            <a:r>
              <a:rPr lang="en-US" sz="2800" b="1" dirty="0" err="1"/>
              <a:t>করেন</a:t>
            </a:r>
            <a:r>
              <a:rPr lang="en-US" sz="2800" dirty="0"/>
              <a:t>, </a:t>
            </a:r>
            <a:r>
              <a:rPr lang="en-US" sz="2800" dirty="0" err="1"/>
              <a:t>তিনি</a:t>
            </a:r>
            <a:r>
              <a:rPr lang="en-US" sz="2800" dirty="0"/>
              <a:t> </a:t>
            </a:r>
            <a:r>
              <a:rPr lang="en-US" sz="2800" dirty="0" err="1"/>
              <a:t>অবশ্যই</a:t>
            </a:r>
            <a:r>
              <a:rPr lang="en-US" sz="2800" dirty="0"/>
              <a:t> </a:t>
            </a:r>
            <a:r>
              <a:rPr lang="en-US" sz="2800" dirty="0" err="1"/>
              <a:t>আমাকে</a:t>
            </a:r>
            <a:r>
              <a:rPr lang="en-US" sz="2800" dirty="0"/>
              <a:t> </a:t>
            </a:r>
            <a:r>
              <a:rPr lang="en-US" sz="2800" dirty="0" err="1"/>
              <a:t>প্রাপ্ত</a:t>
            </a:r>
            <a:r>
              <a:rPr lang="en-US" sz="2800" dirty="0"/>
              <a:t> </a:t>
            </a:r>
            <a:r>
              <a:rPr lang="en-US" sz="2800" dirty="0" err="1"/>
              <a:t>হন</a:t>
            </a:r>
            <a:r>
              <a:rPr lang="en-US" sz="2800" dirty="0"/>
              <a:t>।"</a:t>
            </a:r>
          </a:p>
          <a:p>
            <a:endParaRPr lang="en-US" sz="2800" dirty="0"/>
          </a:p>
          <a:p>
            <a:r>
              <a:rPr lang="en-US" sz="2800" dirty="0"/>
              <a:t>"</a:t>
            </a:r>
            <a:r>
              <a:rPr lang="en-US" sz="2800" dirty="0" err="1"/>
              <a:t>সর্বজ্ঞ</a:t>
            </a:r>
            <a:r>
              <a:rPr lang="en-US" sz="2800" dirty="0"/>
              <a:t> </a:t>
            </a:r>
            <a:r>
              <a:rPr lang="en-US" sz="2800" dirty="0" err="1"/>
              <a:t>সনাতন</a:t>
            </a:r>
            <a:r>
              <a:rPr lang="en-US" sz="2800" dirty="0"/>
              <a:t> </a:t>
            </a:r>
            <a:r>
              <a:rPr lang="en-US" sz="2800" dirty="0" err="1"/>
              <a:t>নিয়ন্তা</a:t>
            </a:r>
            <a:r>
              <a:rPr lang="en-US" sz="2800" dirty="0"/>
              <a:t> </a:t>
            </a:r>
            <a:r>
              <a:rPr lang="en-US" sz="2800" dirty="0" err="1"/>
              <a:t>সূক্ষ</a:t>
            </a:r>
            <a:r>
              <a:rPr lang="en-US" sz="2800" dirty="0"/>
              <a:t> </a:t>
            </a:r>
            <a:r>
              <a:rPr lang="en-US" sz="2800" dirty="0" err="1"/>
              <a:t>থেকে</a:t>
            </a:r>
            <a:r>
              <a:rPr lang="en-US" sz="2800" dirty="0"/>
              <a:t> </a:t>
            </a:r>
            <a:r>
              <a:rPr lang="en-US" sz="2800" dirty="0" err="1"/>
              <a:t>সূক্ষতর</a:t>
            </a:r>
            <a:r>
              <a:rPr lang="en-US" sz="2800" dirty="0"/>
              <a:t>, </a:t>
            </a:r>
            <a:r>
              <a:rPr lang="en-US" sz="2800" dirty="0" err="1"/>
              <a:t>সকলের</a:t>
            </a:r>
            <a:r>
              <a:rPr lang="en-US" sz="2800" dirty="0"/>
              <a:t> </a:t>
            </a:r>
            <a:r>
              <a:rPr lang="en-US" sz="2800" dirty="0" err="1"/>
              <a:t>বিধাতা</a:t>
            </a:r>
            <a:r>
              <a:rPr lang="en-US" sz="2800" dirty="0"/>
              <a:t>, </a:t>
            </a:r>
            <a:r>
              <a:rPr lang="en-US" sz="2800" dirty="0" err="1"/>
              <a:t>জড়</a:t>
            </a:r>
            <a:r>
              <a:rPr lang="en-US" sz="2800" dirty="0"/>
              <a:t> </a:t>
            </a:r>
            <a:r>
              <a:rPr lang="en-US" sz="2800" dirty="0" err="1"/>
              <a:t>বুদ্ধির</a:t>
            </a:r>
            <a:r>
              <a:rPr lang="en-US" sz="2800" dirty="0"/>
              <a:t> </a:t>
            </a:r>
            <a:r>
              <a:rPr lang="en-US" sz="2800" dirty="0" err="1"/>
              <a:t>অতীত</a:t>
            </a:r>
            <a:r>
              <a:rPr lang="en-US" sz="2800" dirty="0"/>
              <a:t>, </a:t>
            </a:r>
            <a:r>
              <a:rPr lang="en-US" sz="2800" dirty="0" err="1"/>
              <a:t>অচিন্ত</a:t>
            </a:r>
            <a:r>
              <a:rPr lang="en-US" sz="2800" dirty="0"/>
              <a:t> </a:t>
            </a:r>
            <a:r>
              <a:rPr lang="en-US" sz="2800" dirty="0" err="1"/>
              <a:t>পুরুষরুপে</a:t>
            </a:r>
            <a:r>
              <a:rPr lang="en-US" sz="2800" dirty="0"/>
              <a:t> </a:t>
            </a:r>
            <a:r>
              <a:rPr lang="en-US" sz="2800" dirty="0" err="1"/>
              <a:t>পরমেশ্বর</a:t>
            </a:r>
            <a:r>
              <a:rPr lang="en-US" sz="2800" dirty="0"/>
              <a:t> </a:t>
            </a:r>
            <a:r>
              <a:rPr lang="en-US" sz="2800" dirty="0" err="1"/>
              <a:t>ভগবানের</a:t>
            </a:r>
            <a:r>
              <a:rPr lang="en-US" sz="2800" dirty="0"/>
              <a:t> </a:t>
            </a:r>
            <a:r>
              <a:rPr lang="en-US" sz="2800" b="1" dirty="0" err="1"/>
              <a:t>ধ্যান</a:t>
            </a:r>
            <a:r>
              <a:rPr lang="en-US" sz="2800" b="1" dirty="0"/>
              <a:t> </a:t>
            </a:r>
            <a:r>
              <a:rPr lang="en-US" sz="2800" b="1" dirty="0" err="1"/>
              <a:t>করা</a:t>
            </a:r>
            <a:r>
              <a:rPr lang="en-US" sz="2800" b="1" dirty="0"/>
              <a:t> </a:t>
            </a:r>
            <a:r>
              <a:rPr lang="en-US" sz="2800" b="1" dirty="0" err="1"/>
              <a:t>উচিত</a:t>
            </a:r>
            <a:r>
              <a:rPr lang="en-US" sz="2800" b="1" dirty="0"/>
              <a:t>। </a:t>
            </a:r>
            <a:r>
              <a:rPr lang="en-US" sz="2800" dirty="0" err="1"/>
              <a:t>তিনি</a:t>
            </a:r>
            <a:r>
              <a:rPr lang="en-US" sz="2800" dirty="0"/>
              <a:t> </a:t>
            </a:r>
            <a:r>
              <a:rPr lang="en-US" sz="2800" dirty="0" err="1"/>
              <a:t>সূর্যের</a:t>
            </a:r>
            <a:r>
              <a:rPr lang="en-US" sz="2800" dirty="0"/>
              <a:t> </a:t>
            </a:r>
            <a:r>
              <a:rPr lang="en-US" sz="2800" dirty="0" err="1"/>
              <a:t>মত</a:t>
            </a:r>
            <a:r>
              <a:rPr lang="en-US" sz="2800" dirty="0"/>
              <a:t> </a:t>
            </a:r>
            <a:r>
              <a:rPr lang="en-US" sz="2800" dirty="0" err="1"/>
              <a:t>জোর্ত্যিময়</a:t>
            </a:r>
            <a:r>
              <a:rPr lang="en-US" sz="2800" dirty="0"/>
              <a:t> </a:t>
            </a:r>
            <a:r>
              <a:rPr lang="en-US" sz="2800" dirty="0" err="1"/>
              <a:t>এবং</a:t>
            </a:r>
            <a:r>
              <a:rPr lang="en-US" sz="2800" dirty="0"/>
              <a:t> </a:t>
            </a:r>
            <a:r>
              <a:rPr lang="en-US" sz="2800" b="1" dirty="0" err="1"/>
              <a:t>সেই</a:t>
            </a:r>
            <a:r>
              <a:rPr lang="en-US" sz="2800" b="1" dirty="0"/>
              <a:t> </a:t>
            </a:r>
            <a:r>
              <a:rPr lang="en-US" sz="2800" b="1" dirty="0" err="1"/>
              <a:t>জড়া</a:t>
            </a:r>
            <a:r>
              <a:rPr lang="en-US" sz="2800" b="1" dirty="0"/>
              <a:t> </a:t>
            </a:r>
            <a:r>
              <a:rPr lang="en-US" sz="2800" b="1" dirty="0" err="1"/>
              <a:t>প্রকৃতির</a:t>
            </a:r>
            <a:r>
              <a:rPr lang="en-US" sz="2800" b="1" dirty="0"/>
              <a:t> </a:t>
            </a:r>
            <a:r>
              <a:rPr lang="en-US" sz="2800" b="1" dirty="0" err="1"/>
              <a:t>অতীত</a:t>
            </a:r>
            <a:r>
              <a:rPr lang="en-US" sz="2800" b="1" dirty="0"/>
              <a:t>।“</a:t>
            </a:r>
          </a:p>
          <a:p>
            <a:endParaRPr lang="en-US" sz="2800" b="1" dirty="0"/>
          </a:p>
          <a:p>
            <a:r>
              <a:rPr lang="en-US" sz="2800" dirty="0"/>
              <a:t>-</a:t>
            </a:r>
            <a:r>
              <a:rPr lang="en-US" sz="2800" dirty="0" err="1"/>
              <a:t>শ্রীমদ্ভগবদ্গীতা</a:t>
            </a:r>
            <a:r>
              <a:rPr lang="en-US" sz="2800" dirty="0"/>
              <a:t> ৮/৮-৯।</a:t>
            </a:r>
          </a:p>
        </p:txBody>
      </p:sp>
      <p:sp>
        <p:nvSpPr>
          <p:cNvPr id="1048738" name="Title 1"/>
          <p:cNvSpPr/>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u="sng">
                <a:effectLst>
                  <a:outerShdw blurRad="38100" dist="38100" dir="2700000" algn="br" rotWithShape="0">
                    <a:srgbClr val="000000"/>
                  </a:outerShdw>
                </a:effectLst>
                <a:latin typeface="NikoshBAN" pitchFamily="2" charset="0"/>
                <a:ea typeface="NikoshBAN" pitchFamily="2" charset="0"/>
              </a:rPr>
              <a:t>"ধ্যান"</a:t>
            </a:r>
            <a:endParaRPr lang="zh-CN" altLang="en-US" u="sng">
              <a:effectLst>
                <a:outerShdw blurRad="38100" dist="38100" dir="2700000" algn="br" rotWithShape="0">
                  <a:srgbClr val="000000"/>
                </a:outerShdw>
              </a:effectLst>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9" name="Subtitle 1048738"/>
          <p:cNvSpPr>
            <a:spLocks noGrp="1"/>
          </p:cNvSpPr>
          <p:nvPr>
            <p:ph type="subTitle" idx="1"/>
          </p:nvPr>
        </p:nvSpPr>
        <p:spPr>
          <a:xfrm>
            <a:off x="158656" y="1751788"/>
            <a:ext cx="8826689" cy="4752824"/>
          </a:xfrm>
        </p:spPr>
        <p:txBody>
          <a:bodyPr/>
          <a:lstStyle/>
          <a:p>
            <a:r>
              <a:rPr lang="en-US" sz="2800" dirty="0"/>
              <a:t>"</a:t>
            </a:r>
            <a:r>
              <a:rPr lang="en-US" sz="2800" dirty="0" err="1"/>
              <a:t>যিনি</a:t>
            </a:r>
            <a:r>
              <a:rPr lang="en-US" sz="2800" dirty="0"/>
              <a:t> </a:t>
            </a:r>
            <a:r>
              <a:rPr lang="en-US" sz="2800" dirty="0" err="1"/>
              <a:t>মৃত্যুর</a:t>
            </a:r>
            <a:r>
              <a:rPr lang="en-US" sz="2800" dirty="0"/>
              <a:t> </a:t>
            </a:r>
            <a:r>
              <a:rPr lang="en-US" sz="2800" dirty="0" err="1"/>
              <a:t>সময়</a:t>
            </a:r>
            <a:r>
              <a:rPr lang="en-US" sz="2800" dirty="0"/>
              <a:t> </a:t>
            </a:r>
            <a:r>
              <a:rPr lang="en-US" sz="2800" dirty="0" err="1"/>
              <a:t>অচঞ্চল</a:t>
            </a:r>
            <a:r>
              <a:rPr lang="en-US" sz="2800" dirty="0"/>
              <a:t> </a:t>
            </a:r>
            <a:r>
              <a:rPr lang="en-US" sz="2800" dirty="0" err="1"/>
              <a:t>চিত্তে</a:t>
            </a:r>
            <a:r>
              <a:rPr lang="en-US" sz="2800" dirty="0"/>
              <a:t> </a:t>
            </a:r>
            <a:r>
              <a:rPr lang="en-US" sz="2800" dirty="0" err="1"/>
              <a:t>ভক্তি</a:t>
            </a:r>
            <a:r>
              <a:rPr lang="en-US" sz="2800" dirty="0"/>
              <a:t> </a:t>
            </a:r>
            <a:r>
              <a:rPr lang="en-US" sz="2800" dirty="0" err="1"/>
              <a:t>সহকারে</a:t>
            </a:r>
            <a:r>
              <a:rPr lang="en-US" sz="2800" dirty="0"/>
              <a:t> </a:t>
            </a:r>
            <a:r>
              <a:rPr lang="en-US" sz="2800" dirty="0" err="1"/>
              <a:t>পূর্ণযোগ</a:t>
            </a:r>
            <a:r>
              <a:rPr lang="en-US" sz="2800" dirty="0"/>
              <a:t> </a:t>
            </a:r>
            <a:r>
              <a:rPr lang="en-US" sz="2800" dirty="0" err="1"/>
              <a:t>অভ্যাসবশত</a:t>
            </a:r>
            <a:r>
              <a:rPr lang="en-US" sz="2800" dirty="0"/>
              <a:t> </a:t>
            </a:r>
            <a:r>
              <a:rPr lang="en-US" sz="2800" dirty="0" err="1"/>
              <a:t>ভ্রুযুগলের</a:t>
            </a:r>
            <a:r>
              <a:rPr lang="en-US" sz="2800" dirty="0"/>
              <a:t> </a:t>
            </a:r>
            <a:r>
              <a:rPr lang="en-US" sz="2800" dirty="0" err="1"/>
              <a:t>মধ্যে</a:t>
            </a:r>
            <a:r>
              <a:rPr lang="en-US" sz="2800" dirty="0"/>
              <a:t> </a:t>
            </a:r>
            <a:r>
              <a:rPr lang="en-US" sz="2800" dirty="0" err="1"/>
              <a:t>প্রাণকে</a:t>
            </a:r>
            <a:r>
              <a:rPr lang="en-US" sz="2800" dirty="0"/>
              <a:t> </a:t>
            </a:r>
            <a:r>
              <a:rPr lang="en-US" sz="2800" dirty="0" err="1"/>
              <a:t>স্থির</a:t>
            </a:r>
            <a:r>
              <a:rPr lang="en-US" sz="2800" dirty="0"/>
              <a:t> </a:t>
            </a:r>
            <a:r>
              <a:rPr lang="en-US" sz="2800" dirty="0" err="1"/>
              <a:t>করে</a:t>
            </a:r>
            <a:r>
              <a:rPr lang="en-US" sz="2800" dirty="0"/>
              <a:t> </a:t>
            </a:r>
            <a:r>
              <a:rPr lang="en-US" sz="2800" dirty="0" err="1"/>
              <a:t>পরমেশ্বর</a:t>
            </a:r>
            <a:r>
              <a:rPr lang="en-US" sz="2800" dirty="0"/>
              <a:t> </a:t>
            </a:r>
            <a:r>
              <a:rPr lang="en-US" sz="2800" dirty="0" err="1"/>
              <a:t>ভগবানকে</a:t>
            </a:r>
            <a:r>
              <a:rPr lang="en-US" sz="2800" dirty="0"/>
              <a:t> </a:t>
            </a:r>
            <a:r>
              <a:rPr lang="en-US" sz="2800" dirty="0" err="1"/>
              <a:t>স্মরণ</a:t>
            </a:r>
            <a:r>
              <a:rPr lang="en-US" sz="2800" dirty="0"/>
              <a:t> </a:t>
            </a:r>
            <a:r>
              <a:rPr lang="en-US" sz="2800" dirty="0" err="1"/>
              <a:t>করেন</a:t>
            </a:r>
            <a:r>
              <a:rPr lang="en-US" sz="2800" dirty="0"/>
              <a:t>, </a:t>
            </a:r>
            <a:r>
              <a:rPr lang="en-US" sz="2800" dirty="0" err="1"/>
              <a:t>তিনি</a:t>
            </a:r>
            <a:r>
              <a:rPr lang="en-US" sz="2800" dirty="0"/>
              <a:t> </a:t>
            </a:r>
            <a:r>
              <a:rPr lang="en-US" sz="2800" dirty="0" err="1"/>
              <a:t>অবশ্যই</a:t>
            </a:r>
            <a:r>
              <a:rPr lang="en-US" sz="2800" dirty="0"/>
              <a:t> </a:t>
            </a:r>
            <a:r>
              <a:rPr lang="en-US" sz="2800" dirty="0" err="1"/>
              <a:t>সেই</a:t>
            </a:r>
            <a:r>
              <a:rPr lang="en-US" sz="2800" dirty="0"/>
              <a:t> </a:t>
            </a:r>
            <a:r>
              <a:rPr lang="en-US" sz="2800" dirty="0" err="1"/>
              <a:t>দিব্য</a:t>
            </a:r>
            <a:r>
              <a:rPr lang="en-US" sz="2800" dirty="0"/>
              <a:t> </a:t>
            </a:r>
            <a:r>
              <a:rPr lang="en-US" sz="2800" dirty="0" err="1"/>
              <a:t>পরম</a:t>
            </a:r>
            <a:r>
              <a:rPr lang="en-US" sz="2800" dirty="0"/>
              <a:t> </a:t>
            </a:r>
            <a:r>
              <a:rPr lang="en-US" sz="2800" dirty="0" err="1"/>
              <a:t>পুরুষকে</a:t>
            </a:r>
            <a:r>
              <a:rPr lang="en-US" sz="2800" dirty="0"/>
              <a:t> </a:t>
            </a:r>
            <a:r>
              <a:rPr lang="en-US" sz="2800" dirty="0" err="1"/>
              <a:t>প্রাপ্ত</a:t>
            </a:r>
            <a:r>
              <a:rPr lang="en-US" sz="2800" dirty="0"/>
              <a:t> </a:t>
            </a:r>
            <a:r>
              <a:rPr lang="en-US" sz="2800" dirty="0" err="1"/>
              <a:t>হন</a:t>
            </a:r>
            <a:r>
              <a:rPr lang="en-US" sz="2800" dirty="0"/>
              <a:t>।“ -</a:t>
            </a:r>
            <a:r>
              <a:rPr lang="en-US" sz="2800" dirty="0" err="1"/>
              <a:t>শ্রীমদ্ভগবদ্গীতা</a:t>
            </a:r>
            <a:r>
              <a:rPr lang="en-US" sz="2800" dirty="0"/>
              <a:t> ৮/১০।</a:t>
            </a:r>
          </a:p>
          <a:p>
            <a:endParaRPr lang="en-US" sz="2800" dirty="0"/>
          </a:p>
          <a:p>
            <a:r>
              <a:rPr lang="en-US" sz="2800" dirty="0"/>
              <a:t>"</a:t>
            </a:r>
            <a:r>
              <a:rPr lang="en-US" sz="2800" dirty="0" err="1"/>
              <a:t>যোগ</a:t>
            </a:r>
            <a:r>
              <a:rPr lang="en-US" sz="2800" dirty="0"/>
              <a:t> </a:t>
            </a:r>
            <a:r>
              <a:rPr lang="en-US" sz="2800" dirty="0" err="1"/>
              <a:t>অভ্যাসে</a:t>
            </a:r>
            <a:r>
              <a:rPr lang="en-US" sz="2800" dirty="0"/>
              <a:t> </a:t>
            </a:r>
            <a:r>
              <a:rPr lang="en-US" sz="2800" dirty="0" err="1"/>
              <a:t>প্রবৃত্ত</a:t>
            </a:r>
            <a:r>
              <a:rPr lang="en-US" sz="2800" dirty="0"/>
              <a:t> </a:t>
            </a:r>
            <a:r>
              <a:rPr lang="en-US" sz="2800" dirty="0" err="1"/>
              <a:t>হয়ে</a:t>
            </a:r>
            <a:r>
              <a:rPr lang="en-US" sz="2800" dirty="0"/>
              <a:t> </a:t>
            </a:r>
            <a:r>
              <a:rPr lang="en-US" sz="2800" dirty="0" err="1"/>
              <a:t>পবিত্র</a:t>
            </a:r>
            <a:r>
              <a:rPr lang="en-US" sz="2800" dirty="0"/>
              <a:t> </a:t>
            </a:r>
            <a:r>
              <a:rPr lang="en-US" sz="2800" b="1" dirty="0" err="1"/>
              <a:t>ওঁম-ঙ্কার</a:t>
            </a:r>
            <a:r>
              <a:rPr lang="en-US" sz="2800" b="1" dirty="0"/>
              <a:t> </a:t>
            </a:r>
            <a:r>
              <a:rPr lang="en-US" sz="2800" b="1" dirty="0" err="1"/>
              <a:t>উচ্চারণ</a:t>
            </a:r>
            <a:r>
              <a:rPr lang="en-US" sz="2800" b="1" dirty="0"/>
              <a:t> </a:t>
            </a:r>
            <a:r>
              <a:rPr lang="en-US" sz="2800" b="1" dirty="0" err="1"/>
              <a:t>করতে</a:t>
            </a:r>
            <a:r>
              <a:rPr lang="en-US" sz="2800" b="1" dirty="0"/>
              <a:t> </a:t>
            </a:r>
            <a:r>
              <a:rPr lang="en-US" sz="2800" b="1" dirty="0" err="1"/>
              <a:t>করতে</a:t>
            </a:r>
            <a:r>
              <a:rPr lang="en-US" sz="2800" b="1" dirty="0"/>
              <a:t> </a:t>
            </a:r>
            <a:r>
              <a:rPr lang="en-US" sz="2800" b="1" dirty="0" err="1"/>
              <a:t>কেউ</a:t>
            </a:r>
            <a:r>
              <a:rPr lang="en-US" sz="2800" b="1" dirty="0"/>
              <a:t> </a:t>
            </a:r>
            <a:r>
              <a:rPr lang="en-US" sz="2800" b="1" dirty="0" err="1"/>
              <a:t>যদি</a:t>
            </a:r>
            <a:r>
              <a:rPr lang="en-US" sz="2800" b="1" dirty="0"/>
              <a:t> </a:t>
            </a:r>
            <a:r>
              <a:rPr lang="en-US" sz="2800" b="1" dirty="0" err="1"/>
              <a:t>পরমেশ্বর</a:t>
            </a:r>
            <a:r>
              <a:rPr lang="en-US" sz="2800" b="1" dirty="0"/>
              <a:t> </a:t>
            </a:r>
            <a:r>
              <a:rPr lang="en-US" sz="2800" b="1" dirty="0" err="1"/>
              <a:t>ভগবানকে</a:t>
            </a:r>
            <a:r>
              <a:rPr lang="en-US" sz="2800" b="1" dirty="0"/>
              <a:t> </a:t>
            </a:r>
            <a:r>
              <a:rPr lang="en-US" sz="2800" b="1" dirty="0" err="1"/>
              <a:t>স্মরণ</a:t>
            </a:r>
            <a:r>
              <a:rPr lang="en-US" sz="2800" b="1" dirty="0"/>
              <a:t> </a:t>
            </a:r>
            <a:r>
              <a:rPr lang="en-US" sz="2800" b="1" dirty="0" err="1"/>
              <a:t>করে</a:t>
            </a:r>
            <a:r>
              <a:rPr lang="en-US" sz="2800" b="1" dirty="0"/>
              <a:t> </a:t>
            </a:r>
            <a:r>
              <a:rPr lang="en-US" sz="2800" b="1" dirty="0" err="1"/>
              <a:t>দেহত্যাগ</a:t>
            </a:r>
            <a:r>
              <a:rPr lang="en-US" sz="2800" b="1" dirty="0"/>
              <a:t> </a:t>
            </a:r>
            <a:r>
              <a:rPr lang="en-US" sz="2800" b="1" dirty="0" err="1"/>
              <a:t>করেন</a:t>
            </a:r>
            <a:r>
              <a:rPr lang="en-US" sz="2800" b="1" dirty="0"/>
              <a:t>, </a:t>
            </a:r>
            <a:r>
              <a:rPr lang="en-US" sz="2800" b="1" dirty="0" err="1"/>
              <a:t>তিনি</a:t>
            </a:r>
            <a:r>
              <a:rPr lang="en-US" sz="2800" b="1" dirty="0"/>
              <a:t> </a:t>
            </a:r>
            <a:r>
              <a:rPr lang="en-US" sz="2800" b="1" dirty="0" err="1"/>
              <a:t>অবশ্যই</a:t>
            </a:r>
            <a:r>
              <a:rPr lang="en-US" sz="2800" b="1" dirty="0"/>
              <a:t> </a:t>
            </a:r>
            <a:r>
              <a:rPr lang="en-US" sz="2800" b="1" dirty="0" err="1"/>
              <a:t>পরমগতি</a:t>
            </a:r>
            <a:r>
              <a:rPr lang="en-US" sz="2800" b="1" dirty="0"/>
              <a:t> </a:t>
            </a:r>
            <a:r>
              <a:rPr lang="en-US" sz="2800" b="1" dirty="0" err="1"/>
              <a:t>লাভ</a:t>
            </a:r>
            <a:r>
              <a:rPr lang="en-US" sz="2800" b="1" dirty="0"/>
              <a:t> </a:t>
            </a:r>
            <a:r>
              <a:rPr lang="en-US" sz="2800" b="1" dirty="0" err="1"/>
              <a:t>করেন</a:t>
            </a:r>
            <a:r>
              <a:rPr lang="en-US" sz="2800" b="1" dirty="0"/>
              <a:t>।“ </a:t>
            </a:r>
            <a:r>
              <a:rPr lang="en-US" sz="2800" dirty="0"/>
              <a:t>-</a:t>
            </a:r>
            <a:r>
              <a:rPr lang="en-US" sz="2800" dirty="0" err="1"/>
              <a:t>শ্রীমদ্ভগবদ্গীতা</a:t>
            </a:r>
            <a:r>
              <a:rPr lang="en-US" sz="2800" dirty="0"/>
              <a:t> ৮/১৩।</a:t>
            </a:r>
          </a:p>
        </p:txBody>
      </p:sp>
      <p:sp>
        <p:nvSpPr>
          <p:cNvPr id="1048740" name="Title 1"/>
          <p:cNvSpPr/>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u="sng">
                <a:effectLst>
                  <a:outerShdw blurRad="38100" dist="38100" dir="2700000" algn="br" rotWithShape="0">
                    <a:srgbClr val="000000"/>
                  </a:outerShdw>
                </a:effectLst>
                <a:latin typeface="NikoshBAN" pitchFamily="2" charset="0"/>
                <a:ea typeface="NikoshBAN" pitchFamily="2" charset="0"/>
              </a:rPr>
              <a:t>"</a:t>
            </a:r>
            <a:r>
              <a:rPr lang="en-US" altLang="en-US" u="sng">
                <a:effectLst>
                  <a:outerShdw blurRad="38100" dist="38100" dir="2700000" algn="br" rotWithShape="0">
                    <a:srgbClr val="000000"/>
                  </a:outerShdw>
                </a:effectLst>
                <a:latin typeface="NikoshBAN" pitchFamily="2" charset="0"/>
                <a:ea typeface="NikoshBAN" pitchFamily="2" charset="0"/>
                <a:cs typeface="Arial"/>
              </a:rPr>
              <a:t>ধ্যান</a:t>
            </a:r>
            <a:r>
              <a:rPr lang="en-US" altLang="en-US" u="sng">
                <a:effectLst>
                  <a:outerShdw blurRad="38100" dist="38100" dir="2700000" algn="br" rotWithShape="0">
                    <a:srgbClr val="000000"/>
                  </a:outerShdw>
                </a:effectLst>
                <a:latin typeface="NikoshBAN" pitchFamily="2" charset="0"/>
                <a:ea typeface="NikoshBAN" pitchFamily="2" charset="0"/>
              </a:rPr>
              <a:t>"</a:t>
            </a:r>
            <a:endParaRPr lang="zh-CN" altLang="en-US" u="sng">
              <a:effectLst>
                <a:outerShdw blurRad="38100" dist="38100" dir="2700000" algn="br" rotWithShape="0">
                  <a:srgbClr val="000000"/>
                </a:outerShdw>
              </a:effectLst>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1" name="Title 1"/>
          <p:cNvSpPr/>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"সমাধি"</a:t>
            </a:r>
            <a:endParaRPr lang="zh-CN" altLang="en-US" u="sng">
              <a:effectLst>
                <a:outerShdw blurRad="38100" dist="38100" dir="2700000" algn="br" rotWithShape="0">
                  <a:srgbClr val="000000"/>
                </a:outerShdw>
              </a:effectLst>
            </a:endParaRPr>
          </a:p>
        </p:txBody>
      </p:sp>
      <p:sp>
        <p:nvSpPr>
          <p:cNvPr id="1048742" name="TextBox 1048741"/>
          <p:cNvSpPr txBox="1"/>
          <p:nvPr/>
        </p:nvSpPr>
        <p:spPr>
          <a:xfrm>
            <a:off x="461295" y="2657982"/>
            <a:ext cx="8258544" cy="2186940"/>
          </a:xfrm>
          <a:prstGeom prst="rect">
            <a:avLst/>
          </a:prstGeom>
        </p:spPr>
        <p:txBody>
          <a:bodyPr wrap="square" rtlCol="0">
            <a:spAutoFit/>
          </a:bodyPr>
          <a:lstStyle/>
          <a:p>
            <a:pPr algn="ctr">
              <a:spcBef>
                <a:spcPts val="0"/>
              </a:spcBef>
              <a:spcAft>
                <a:spcPts val="0"/>
              </a:spcAft>
            </a:pPr>
            <a:r>
              <a:rPr sz="2800" b="0" i="0">
                <a:solidFill>
                  <a:srgbClr val="000000"/>
                </a:solidFill>
                <a:cs typeface="Arial,sans-serif"/>
              </a:rPr>
              <a:t>যোগীর ধ্যান যখন গাঢ় হয় তখন ঈশ্বর বিষয়ে চিত্ত নিবিষ্ট হয়ে পড়ে, এ অবস্থায় মনে ঈশ্বর ব্যতিত অন্য কোমন চিন্তার কোনো লেশমাত্র থাকে না, নিজ চিত্তের স্বরুপ শূন্যতা প্রাপ্ত হয়, আমি ধ্যান করছি এই চিন্তাও থাকেনা। সমাধি লাভ যোগসাধনার সর্বোচ্চ স্তর, যোগীর পরম প্রাপ্তি। </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3" name="Subtitle 1048742"/>
          <p:cNvSpPr>
            <a:spLocks noGrp="1"/>
          </p:cNvSpPr>
          <p:nvPr>
            <p:ph type="subTitle" idx="1"/>
          </p:nvPr>
        </p:nvSpPr>
        <p:spPr>
          <a:xfrm>
            <a:off x="457200" y="1712948"/>
            <a:ext cx="8606764" cy="4446068"/>
          </a:xfrm>
        </p:spPr>
        <p:txBody>
          <a:bodyPr/>
          <a:lstStyle/>
          <a:p>
            <a:r>
              <a:rPr lang="en-US" sz="2800" dirty="0"/>
              <a:t>"</a:t>
            </a:r>
            <a:r>
              <a:rPr lang="en-US" sz="2800" dirty="0" err="1"/>
              <a:t>যোগী</a:t>
            </a:r>
            <a:r>
              <a:rPr lang="en-US" sz="2800" dirty="0"/>
              <a:t> </a:t>
            </a:r>
            <a:r>
              <a:rPr lang="en-US" sz="2800" dirty="0" err="1"/>
              <a:t>যখন</a:t>
            </a:r>
            <a:r>
              <a:rPr lang="en-US" sz="2800" dirty="0"/>
              <a:t> </a:t>
            </a:r>
            <a:r>
              <a:rPr lang="en-US" sz="2800" dirty="0" err="1"/>
              <a:t>অনুশীলনের</a:t>
            </a:r>
            <a:r>
              <a:rPr lang="en-US" sz="2800" dirty="0"/>
              <a:t> </a:t>
            </a:r>
            <a:r>
              <a:rPr lang="en-US" sz="2800" dirty="0" err="1"/>
              <a:t>দ্বারা</a:t>
            </a:r>
            <a:r>
              <a:rPr lang="en-US" sz="2800" dirty="0"/>
              <a:t> </a:t>
            </a:r>
            <a:r>
              <a:rPr lang="en-US" sz="2800" dirty="0" err="1"/>
              <a:t>চিত্তবৃত্তির</a:t>
            </a:r>
            <a:r>
              <a:rPr lang="en-US" sz="2800" dirty="0"/>
              <a:t> </a:t>
            </a:r>
            <a:r>
              <a:rPr lang="en-US" sz="2800" dirty="0" err="1"/>
              <a:t>নিরোধ</a:t>
            </a:r>
            <a:r>
              <a:rPr lang="en-US" sz="2800" dirty="0"/>
              <a:t> </a:t>
            </a:r>
            <a:r>
              <a:rPr lang="en-US" sz="2800" dirty="0" err="1"/>
              <a:t>করেন</a:t>
            </a:r>
            <a:r>
              <a:rPr lang="en-US" sz="2800" dirty="0"/>
              <a:t> </a:t>
            </a:r>
            <a:r>
              <a:rPr lang="en-US" sz="2800" dirty="0" err="1"/>
              <a:t>এবং</a:t>
            </a:r>
            <a:r>
              <a:rPr lang="en-US" sz="2800" dirty="0"/>
              <a:t> </a:t>
            </a:r>
            <a:r>
              <a:rPr lang="en-US" sz="2800" dirty="0" err="1"/>
              <a:t>সমস্ত</a:t>
            </a:r>
            <a:r>
              <a:rPr lang="en-US" sz="2800" dirty="0"/>
              <a:t> </a:t>
            </a:r>
            <a:r>
              <a:rPr lang="en-US" sz="2800" dirty="0" err="1"/>
              <a:t>জড়</a:t>
            </a:r>
            <a:r>
              <a:rPr lang="en-US" sz="2800" dirty="0"/>
              <a:t> </a:t>
            </a:r>
            <a:r>
              <a:rPr lang="en-US" sz="2800" dirty="0" err="1"/>
              <a:t>কামনা</a:t>
            </a:r>
            <a:r>
              <a:rPr lang="en-US" sz="2800" dirty="0"/>
              <a:t> </a:t>
            </a:r>
            <a:r>
              <a:rPr lang="en-US" sz="2800" dirty="0" err="1"/>
              <a:t>বাসনা</a:t>
            </a:r>
            <a:r>
              <a:rPr lang="en-US" sz="2800" dirty="0"/>
              <a:t> </a:t>
            </a:r>
            <a:r>
              <a:rPr lang="en-US" sz="2800" dirty="0" err="1"/>
              <a:t>থেকে</a:t>
            </a:r>
            <a:r>
              <a:rPr lang="en-US" sz="2800" dirty="0"/>
              <a:t> </a:t>
            </a:r>
            <a:r>
              <a:rPr lang="en-US" sz="2800" dirty="0" err="1"/>
              <a:t>মুক্ত</a:t>
            </a:r>
            <a:r>
              <a:rPr lang="en-US" sz="2800" dirty="0"/>
              <a:t> </a:t>
            </a:r>
            <a:r>
              <a:rPr lang="en-US" sz="2800" dirty="0" err="1"/>
              <a:t>হয়ে</a:t>
            </a:r>
            <a:r>
              <a:rPr lang="en-US" sz="2800" dirty="0"/>
              <a:t> </a:t>
            </a:r>
            <a:r>
              <a:rPr lang="en-US" sz="2800" dirty="0" err="1"/>
              <a:t>আত্মাতে</a:t>
            </a:r>
            <a:r>
              <a:rPr lang="en-US" sz="2800" dirty="0"/>
              <a:t> </a:t>
            </a:r>
            <a:r>
              <a:rPr lang="en-US" sz="2800" dirty="0" err="1"/>
              <a:t>অবস্থান</a:t>
            </a:r>
            <a:r>
              <a:rPr lang="en-US" sz="2800" dirty="0"/>
              <a:t> </a:t>
            </a:r>
            <a:r>
              <a:rPr lang="en-US" sz="2800" dirty="0" err="1"/>
              <a:t>করেন</a:t>
            </a:r>
            <a:r>
              <a:rPr lang="en-US" sz="2800" dirty="0"/>
              <a:t> </a:t>
            </a:r>
            <a:r>
              <a:rPr lang="en-US" sz="2800" dirty="0" err="1"/>
              <a:t>তখন</a:t>
            </a:r>
            <a:r>
              <a:rPr lang="en-US" sz="2800" dirty="0"/>
              <a:t> </a:t>
            </a:r>
            <a:r>
              <a:rPr lang="en-US" sz="2800" dirty="0" err="1"/>
              <a:t>তিনি</a:t>
            </a:r>
            <a:r>
              <a:rPr lang="en-US" sz="2800" dirty="0"/>
              <a:t> </a:t>
            </a:r>
            <a:r>
              <a:rPr lang="en-US" sz="2800" dirty="0" err="1"/>
              <a:t>যোগযুক্ত</a:t>
            </a:r>
            <a:r>
              <a:rPr lang="en-US" sz="2800" dirty="0"/>
              <a:t> </a:t>
            </a:r>
            <a:r>
              <a:rPr lang="en-US" sz="2800" dirty="0" err="1"/>
              <a:t>হয়েছেন</a:t>
            </a:r>
            <a:r>
              <a:rPr lang="en-US" sz="2800" dirty="0"/>
              <a:t> </a:t>
            </a:r>
            <a:r>
              <a:rPr lang="en-US" sz="2800" dirty="0" err="1"/>
              <a:t>বলা</a:t>
            </a:r>
            <a:r>
              <a:rPr lang="en-US" sz="2800" dirty="0"/>
              <a:t> </a:t>
            </a:r>
            <a:r>
              <a:rPr lang="en-US" sz="2800" dirty="0" err="1"/>
              <a:t>হয়</a:t>
            </a:r>
            <a:r>
              <a:rPr lang="en-US" sz="2800" dirty="0"/>
              <a:t>।"</a:t>
            </a:r>
          </a:p>
          <a:p>
            <a:r>
              <a:rPr lang="en-US" sz="2800" dirty="0"/>
              <a:t>-</a:t>
            </a:r>
            <a:r>
              <a:rPr lang="en-US" sz="2800" dirty="0" err="1"/>
              <a:t>শ্রীমদ্ভগবদ্গীতা</a:t>
            </a:r>
            <a:r>
              <a:rPr lang="en-US" sz="2800" dirty="0"/>
              <a:t> ৬/১৮।</a:t>
            </a:r>
          </a:p>
          <a:p>
            <a:endParaRPr lang="en-US" sz="2800" dirty="0"/>
          </a:p>
          <a:p>
            <a:r>
              <a:rPr lang="en-US" sz="2800" dirty="0"/>
              <a:t>"</a:t>
            </a:r>
            <a:r>
              <a:rPr lang="en-US" sz="2800" dirty="0" err="1"/>
              <a:t>যোগ</a:t>
            </a:r>
            <a:r>
              <a:rPr lang="en-US" sz="2800" dirty="0"/>
              <a:t> </a:t>
            </a:r>
            <a:r>
              <a:rPr lang="en-US" sz="2800" dirty="0" err="1"/>
              <a:t>অভ্যাসের</a:t>
            </a:r>
            <a:r>
              <a:rPr lang="en-US" sz="2800" dirty="0"/>
              <a:t> </a:t>
            </a:r>
            <a:r>
              <a:rPr lang="en-US" sz="2800" dirty="0" err="1"/>
              <a:t>ফলে</a:t>
            </a:r>
            <a:r>
              <a:rPr lang="en-US" sz="2800" dirty="0"/>
              <a:t> </a:t>
            </a:r>
            <a:r>
              <a:rPr lang="en-US" sz="2800" dirty="0" err="1"/>
              <a:t>যে</a:t>
            </a:r>
            <a:r>
              <a:rPr lang="en-US" sz="2800" dirty="0"/>
              <a:t> </a:t>
            </a:r>
            <a:r>
              <a:rPr lang="en-US" sz="2800" dirty="0" err="1"/>
              <a:t>অবস্থায়</a:t>
            </a:r>
            <a:r>
              <a:rPr lang="en-US" sz="2800" dirty="0"/>
              <a:t> </a:t>
            </a:r>
            <a:r>
              <a:rPr lang="en-US" sz="2800" dirty="0" err="1"/>
              <a:t>চিত্ত</a:t>
            </a:r>
            <a:r>
              <a:rPr lang="en-US" sz="2800" dirty="0"/>
              <a:t> </a:t>
            </a:r>
            <a:r>
              <a:rPr lang="en-US" sz="2800" dirty="0" err="1"/>
              <a:t>সম্পূর্ণ</a:t>
            </a:r>
            <a:r>
              <a:rPr lang="en-US" sz="2800" dirty="0"/>
              <a:t> </a:t>
            </a:r>
            <a:r>
              <a:rPr lang="en-US" sz="2800" dirty="0" err="1"/>
              <a:t>রুপে</a:t>
            </a:r>
            <a:r>
              <a:rPr lang="en-US" sz="2800" dirty="0"/>
              <a:t> </a:t>
            </a:r>
            <a:r>
              <a:rPr lang="en-US" sz="2800" dirty="0" err="1"/>
              <a:t>জড়বিষয়</a:t>
            </a:r>
            <a:r>
              <a:rPr lang="en-US" sz="2800" dirty="0"/>
              <a:t> </a:t>
            </a:r>
            <a:r>
              <a:rPr lang="en-US" sz="2800" dirty="0" err="1"/>
              <a:t>থেকে</a:t>
            </a:r>
            <a:r>
              <a:rPr lang="en-US" sz="2800" dirty="0"/>
              <a:t> </a:t>
            </a:r>
            <a:r>
              <a:rPr lang="en-US" sz="2800" dirty="0" err="1"/>
              <a:t>প্রত্যহৃত</a:t>
            </a:r>
            <a:r>
              <a:rPr lang="en-US" sz="2800" dirty="0"/>
              <a:t> </a:t>
            </a:r>
            <a:r>
              <a:rPr lang="en-US" sz="2800" dirty="0" err="1"/>
              <a:t>হয়</a:t>
            </a:r>
            <a:r>
              <a:rPr lang="en-US" sz="2800" dirty="0"/>
              <a:t>, </a:t>
            </a:r>
            <a:r>
              <a:rPr lang="en-US" sz="2800" dirty="0" err="1"/>
              <a:t>সেই</a:t>
            </a:r>
            <a:r>
              <a:rPr lang="en-US" sz="2800" dirty="0"/>
              <a:t> </a:t>
            </a:r>
            <a:r>
              <a:rPr lang="en-US" sz="2800" dirty="0" err="1"/>
              <a:t>অবস্থাকে</a:t>
            </a:r>
            <a:r>
              <a:rPr lang="en-US" sz="2800" dirty="0"/>
              <a:t> </a:t>
            </a:r>
            <a:r>
              <a:rPr lang="en-US" sz="2800" dirty="0" err="1"/>
              <a:t>যোগ</a:t>
            </a:r>
            <a:r>
              <a:rPr lang="en-US" sz="2800" dirty="0"/>
              <a:t> </a:t>
            </a:r>
            <a:r>
              <a:rPr lang="en-US" sz="2800" dirty="0" err="1"/>
              <a:t>সমাধি</a:t>
            </a:r>
            <a:r>
              <a:rPr lang="en-US" sz="2800" dirty="0"/>
              <a:t> </a:t>
            </a:r>
            <a:r>
              <a:rPr lang="en-US" sz="2800" dirty="0" err="1"/>
              <a:t>বলা</a:t>
            </a:r>
            <a:r>
              <a:rPr lang="en-US" sz="2800" dirty="0"/>
              <a:t> </a:t>
            </a:r>
            <a:r>
              <a:rPr lang="en-US" sz="2800" dirty="0" err="1"/>
              <a:t>হয়</a:t>
            </a:r>
            <a:r>
              <a:rPr lang="en-US" sz="2800" dirty="0"/>
              <a:t>।“ -</a:t>
            </a:r>
            <a:r>
              <a:rPr lang="en-US" sz="2800" dirty="0" err="1"/>
              <a:t>শ্রীমদ্ভগবদ্গীতা</a:t>
            </a:r>
            <a:r>
              <a:rPr lang="en-US" sz="2800" dirty="0"/>
              <a:t> ৬/২০।</a:t>
            </a:r>
          </a:p>
        </p:txBody>
      </p:sp>
      <p:sp>
        <p:nvSpPr>
          <p:cNvPr id="1048744" name="Title 1"/>
          <p:cNvSpPr/>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a:t>
            </a:r>
            <a:r>
              <a:rPr lang="en-US" altLang="en-US" b="1" u="sng">
                <a:effectLst>
                  <a:outerShdw blurRad="38100" dist="38100" dir="2700000" algn="br" rotWithShape="0">
                    <a:srgbClr val="000000"/>
                  </a:outerShdw>
                </a:effectLst>
                <a:latin typeface="NikoshBAN" pitchFamily="2" charset="0"/>
                <a:ea typeface="NikoshBAN" pitchFamily="2" charset="0"/>
                <a:cs typeface="Arial"/>
              </a:rPr>
              <a:t>সমাধি</a:t>
            </a:r>
            <a:r>
              <a:rPr lang="en-US" altLang="en-US" b="1" u="sng">
                <a:effectLst>
                  <a:outerShdw blurRad="38100" dist="38100" dir="2700000" algn="br" rotWithShape="0">
                    <a:srgbClr val="000000"/>
                  </a:outerShdw>
                </a:effectLst>
                <a:latin typeface="NikoshBAN" pitchFamily="2" charset="0"/>
                <a:ea typeface="NikoshBAN" pitchFamily="2" charset="0"/>
              </a:rPr>
              <a:t>"</a:t>
            </a:r>
            <a:endParaRPr lang="zh-CN" altLang="en-US" u="sng">
              <a:effectLst>
                <a:outerShdw blurRad="38100" dist="38100" dir="2700000" algn="br" rotWithShape="0">
                  <a:srgbClr val="000000"/>
                </a:outerShdw>
              </a:effectLst>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5" name="Title 1048744"/>
          <p:cNvSpPr>
            <a:spLocks noGrp="1"/>
          </p:cNvSpPr>
          <p:nvPr>
            <p:ph type="ctrTitle"/>
          </p:nvPr>
        </p:nvSpPr>
        <p:spPr>
          <a:xfrm>
            <a:off x="762000" y="0"/>
            <a:ext cx="7758307" cy="845862"/>
          </a:xfrm>
        </p:spPr>
        <p:txBody>
          <a:bodyPr/>
          <a:lstStyle/>
          <a:p>
            <a:r>
              <a:rPr lang="en-US" sz="4400" b="1" u="sng" dirty="0">
                <a:effectLst>
                  <a:outerShdw blurRad="38100" dist="38100" dir="2700000" algn="br" rotWithShape="0">
                    <a:srgbClr val="000000"/>
                  </a:outerShdw>
                </a:effectLst>
              </a:rPr>
              <a:t>"</a:t>
            </a:r>
            <a:r>
              <a:rPr lang="en-US" sz="4400" b="1" u="sng" dirty="0" err="1">
                <a:effectLst>
                  <a:outerShdw blurRad="38100" dist="38100" dir="2700000" algn="br" rotWithShape="0">
                    <a:srgbClr val="000000"/>
                  </a:outerShdw>
                </a:effectLst>
              </a:rPr>
              <a:t>সমাধি</a:t>
            </a:r>
            <a:r>
              <a:rPr lang="en-US" sz="4400" b="1" u="sng" dirty="0">
                <a:effectLst>
                  <a:outerShdw blurRad="38100" dist="38100" dir="2700000" algn="br" rotWithShape="0">
                    <a:srgbClr val="000000"/>
                  </a:outerShdw>
                </a:effectLst>
              </a:rPr>
              <a:t>"</a:t>
            </a:r>
          </a:p>
        </p:txBody>
      </p:sp>
      <p:sp>
        <p:nvSpPr>
          <p:cNvPr id="1048746" name="Subtitle 1048745"/>
          <p:cNvSpPr>
            <a:spLocks noGrp="1"/>
          </p:cNvSpPr>
          <p:nvPr>
            <p:ph type="subTitle" idx="1"/>
          </p:nvPr>
        </p:nvSpPr>
        <p:spPr>
          <a:xfrm>
            <a:off x="0" y="1066800"/>
            <a:ext cx="8807094" cy="5219474"/>
          </a:xfrm>
        </p:spPr>
        <p:txBody>
          <a:bodyPr/>
          <a:lstStyle/>
          <a:p>
            <a:r>
              <a:rPr lang="en-US" sz="2800" dirty="0"/>
              <a:t>"</a:t>
            </a:r>
            <a:r>
              <a:rPr lang="en-US" sz="2800" dirty="0" err="1"/>
              <a:t>ধৈর্যযুক্ত</a:t>
            </a:r>
            <a:r>
              <a:rPr lang="en-US" sz="2800" dirty="0"/>
              <a:t> </a:t>
            </a:r>
            <a:r>
              <a:rPr lang="en-US" sz="2800" dirty="0" err="1"/>
              <a:t>বুদ্ধি</a:t>
            </a:r>
            <a:r>
              <a:rPr lang="en-US" sz="2800" dirty="0"/>
              <a:t> </a:t>
            </a:r>
            <a:r>
              <a:rPr lang="en-US" sz="2800" dirty="0" err="1"/>
              <a:t>দ্বারা</a:t>
            </a:r>
            <a:r>
              <a:rPr lang="en-US" sz="2800" dirty="0"/>
              <a:t> </a:t>
            </a:r>
            <a:r>
              <a:rPr lang="en-US" sz="2800" dirty="0" err="1"/>
              <a:t>মনকে</a:t>
            </a:r>
            <a:r>
              <a:rPr lang="en-US" sz="2800" dirty="0"/>
              <a:t> </a:t>
            </a:r>
            <a:r>
              <a:rPr lang="en-US" sz="2800" dirty="0" err="1"/>
              <a:t>ধীরে</a:t>
            </a:r>
            <a:r>
              <a:rPr lang="en-US" sz="2800" dirty="0"/>
              <a:t> </a:t>
            </a:r>
            <a:r>
              <a:rPr lang="en-US" sz="2800" dirty="0" err="1"/>
              <a:t>ধীরে</a:t>
            </a:r>
            <a:r>
              <a:rPr lang="en-US" sz="2800" dirty="0"/>
              <a:t> </a:t>
            </a:r>
            <a:r>
              <a:rPr lang="en-US" sz="2800" dirty="0" err="1"/>
              <a:t>নিবৃত্ত</a:t>
            </a:r>
            <a:r>
              <a:rPr lang="en-US" sz="2800" dirty="0"/>
              <a:t> </a:t>
            </a:r>
            <a:r>
              <a:rPr lang="en-US" sz="2800" dirty="0" err="1"/>
              <a:t>করতে</a:t>
            </a:r>
            <a:r>
              <a:rPr lang="en-US" sz="2800" dirty="0"/>
              <a:t> </a:t>
            </a:r>
            <a:r>
              <a:rPr lang="en-US" sz="2800" dirty="0" err="1"/>
              <a:t>হয়</a:t>
            </a:r>
            <a:r>
              <a:rPr lang="en-US" sz="2800" dirty="0"/>
              <a:t> </a:t>
            </a:r>
            <a:r>
              <a:rPr lang="en-US" sz="2800" dirty="0" err="1"/>
              <a:t>এবং</a:t>
            </a:r>
            <a:r>
              <a:rPr lang="en-US" sz="2800" dirty="0"/>
              <a:t> </a:t>
            </a:r>
            <a:r>
              <a:rPr lang="en-US" sz="2800" dirty="0" err="1"/>
              <a:t>কিছু</a:t>
            </a:r>
            <a:r>
              <a:rPr lang="en-US" sz="2800" dirty="0"/>
              <a:t> </a:t>
            </a:r>
            <a:r>
              <a:rPr lang="en-US" sz="2800" dirty="0" err="1"/>
              <a:t>চিন্তা</a:t>
            </a:r>
            <a:r>
              <a:rPr lang="en-US" sz="2800" dirty="0"/>
              <a:t> </a:t>
            </a:r>
            <a:r>
              <a:rPr lang="en-US" sz="2800" dirty="0" err="1"/>
              <a:t>না</a:t>
            </a:r>
            <a:r>
              <a:rPr lang="en-US" sz="2800" dirty="0"/>
              <a:t> </a:t>
            </a:r>
            <a:r>
              <a:rPr lang="en-US" sz="2800" dirty="0" err="1"/>
              <a:t>করে</a:t>
            </a:r>
            <a:r>
              <a:rPr lang="en-US" sz="2800" dirty="0"/>
              <a:t> </a:t>
            </a:r>
            <a:r>
              <a:rPr lang="en-US" sz="2800" dirty="0" err="1"/>
              <a:t>সমাধিস্থ</a:t>
            </a:r>
            <a:r>
              <a:rPr lang="en-US" sz="2800" dirty="0"/>
              <a:t> </a:t>
            </a:r>
            <a:r>
              <a:rPr lang="en-US" sz="2800" dirty="0" err="1"/>
              <a:t>হতে</a:t>
            </a:r>
            <a:r>
              <a:rPr lang="en-US" sz="2800" dirty="0"/>
              <a:t> </a:t>
            </a:r>
            <a:r>
              <a:rPr lang="en-US" sz="2800" dirty="0" err="1"/>
              <a:t>হয়</a:t>
            </a:r>
            <a:r>
              <a:rPr lang="en-US" sz="2800" dirty="0"/>
              <a:t>।</a:t>
            </a:r>
          </a:p>
          <a:p>
            <a:endParaRPr lang="en-US" sz="2800" dirty="0"/>
          </a:p>
          <a:p>
            <a:r>
              <a:rPr lang="en-US" sz="2800" dirty="0" err="1"/>
              <a:t>যোগী</a:t>
            </a:r>
            <a:r>
              <a:rPr lang="en-US" sz="2800" dirty="0"/>
              <a:t>, </a:t>
            </a:r>
            <a:r>
              <a:rPr lang="en-US" sz="2800" dirty="0" err="1"/>
              <a:t>তার</a:t>
            </a:r>
            <a:r>
              <a:rPr lang="en-US" sz="2800" dirty="0"/>
              <a:t> </a:t>
            </a:r>
            <a:r>
              <a:rPr lang="en-US" sz="2800" dirty="0" err="1"/>
              <a:t>চঞ্চল</a:t>
            </a:r>
            <a:r>
              <a:rPr lang="en-US" sz="2800" dirty="0"/>
              <a:t> ও </a:t>
            </a:r>
            <a:r>
              <a:rPr lang="en-US" sz="2800" dirty="0" err="1"/>
              <a:t>অস্থির</a:t>
            </a:r>
            <a:r>
              <a:rPr lang="en-US" sz="2800" dirty="0"/>
              <a:t> </a:t>
            </a:r>
            <a:r>
              <a:rPr lang="en-US" sz="2800" dirty="0" err="1"/>
              <a:t>মন</a:t>
            </a:r>
            <a:r>
              <a:rPr lang="en-US" sz="2800" dirty="0"/>
              <a:t> </a:t>
            </a:r>
            <a:r>
              <a:rPr lang="en-US" sz="2800" dirty="0" err="1"/>
              <a:t>যে</a:t>
            </a:r>
            <a:r>
              <a:rPr lang="en-US" sz="2800" dirty="0"/>
              <a:t> </a:t>
            </a:r>
            <a:r>
              <a:rPr lang="en-US" sz="2800" dirty="0" err="1"/>
              <a:t>বিষয়ে</a:t>
            </a:r>
            <a:r>
              <a:rPr lang="en-US" sz="2800" dirty="0"/>
              <a:t> </a:t>
            </a:r>
            <a:r>
              <a:rPr lang="en-US" sz="2800" dirty="0" err="1"/>
              <a:t>ধাবিত</a:t>
            </a:r>
            <a:r>
              <a:rPr lang="en-US" sz="2800" dirty="0"/>
              <a:t> </a:t>
            </a:r>
            <a:r>
              <a:rPr lang="en-US" sz="2800" dirty="0" err="1"/>
              <a:t>হয়</a:t>
            </a:r>
            <a:r>
              <a:rPr lang="en-US" sz="2800" dirty="0"/>
              <a:t> </a:t>
            </a:r>
            <a:r>
              <a:rPr lang="en-US" sz="2800" dirty="0" err="1"/>
              <a:t>সেই</a:t>
            </a:r>
            <a:r>
              <a:rPr lang="en-US" sz="2800" dirty="0"/>
              <a:t> </a:t>
            </a:r>
            <a:r>
              <a:rPr lang="en-US" sz="2800" dirty="0" err="1"/>
              <a:t>বিষয়</a:t>
            </a:r>
            <a:r>
              <a:rPr lang="en-US" sz="2800" dirty="0"/>
              <a:t> </a:t>
            </a:r>
            <a:r>
              <a:rPr lang="en-US" sz="2800" dirty="0" err="1"/>
              <a:t>থেকে</a:t>
            </a:r>
            <a:r>
              <a:rPr lang="en-US" sz="2800" dirty="0"/>
              <a:t> </a:t>
            </a:r>
            <a:r>
              <a:rPr lang="en-US" sz="2800" dirty="0" err="1"/>
              <a:t>নিবৃত্ত</a:t>
            </a:r>
            <a:r>
              <a:rPr lang="en-US" sz="2800" dirty="0"/>
              <a:t> </a:t>
            </a:r>
            <a:r>
              <a:rPr lang="en-US" sz="2800" dirty="0" err="1"/>
              <a:t>করে</a:t>
            </a:r>
            <a:r>
              <a:rPr lang="en-US" sz="2800" dirty="0"/>
              <a:t> </a:t>
            </a:r>
            <a:r>
              <a:rPr lang="en-US" sz="2800" dirty="0" err="1"/>
              <a:t>আত্মাতে</a:t>
            </a:r>
            <a:r>
              <a:rPr lang="en-US" sz="2800" dirty="0"/>
              <a:t> </a:t>
            </a:r>
            <a:r>
              <a:rPr lang="en-US" sz="2800" dirty="0" err="1"/>
              <a:t>স্থির</a:t>
            </a:r>
            <a:r>
              <a:rPr lang="en-US" sz="2800" dirty="0"/>
              <a:t> </a:t>
            </a:r>
            <a:r>
              <a:rPr lang="en-US" sz="2800" dirty="0" err="1"/>
              <a:t>করবেন</a:t>
            </a:r>
            <a:r>
              <a:rPr lang="en-US" sz="2800" dirty="0"/>
              <a:t>।</a:t>
            </a:r>
          </a:p>
          <a:p>
            <a:endParaRPr lang="en-US" sz="2800" dirty="0"/>
          </a:p>
          <a:p>
            <a:r>
              <a:rPr lang="en-US" sz="2800" dirty="0" err="1"/>
              <a:t>ব্রহ্মভূত</a:t>
            </a:r>
            <a:r>
              <a:rPr lang="en-US" sz="2800" dirty="0"/>
              <a:t> </a:t>
            </a:r>
            <a:r>
              <a:rPr lang="en-US" sz="2800" dirty="0" err="1"/>
              <a:t>অবস্থায়</a:t>
            </a:r>
            <a:r>
              <a:rPr lang="en-US" sz="2800" dirty="0"/>
              <a:t> </a:t>
            </a:r>
            <a:r>
              <a:rPr lang="en-US" sz="2800" dirty="0" err="1"/>
              <a:t>প্রশান্ত</a:t>
            </a:r>
            <a:r>
              <a:rPr lang="en-US" sz="2800" dirty="0"/>
              <a:t> </a:t>
            </a:r>
            <a:r>
              <a:rPr lang="en-US" sz="2800" dirty="0" err="1"/>
              <a:t>চিত্ত</a:t>
            </a:r>
            <a:r>
              <a:rPr lang="en-US" sz="2800" dirty="0"/>
              <a:t>, </a:t>
            </a:r>
            <a:r>
              <a:rPr lang="en-US" sz="2800" dirty="0" err="1"/>
              <a:t>রজবৃত্তি</a:t>
            </a:r>
            <a:r>
              <a:rPr lang="en-US" sz="2800" dirty="0"/>
              <a:t> </a:t>
            </a:r>
            <a:r>
              <a:rPr lang="en-US" sz="2800" dirty="0" err="1"/>
              <a:t>রহিত</a:t>
            </a:r>
            <a:r>
              <a:rPr lang="en-US" sz="2800" dirty="0"/>
              <a:t> </a:t>
            </a:r>
            <a:r>
              <a:rPr lang="en-US" sz="2800" dirty="0" err="1"/>
              <a:t>এবং</a:t>
            </a:r>
            <a:r>
              <a:rPr lang="en-US" sz="2800" dirty="0"/>
              <a:t> </a:t>
            </a:r>
            <a:r>
              <a:rPr lang="en-US" sz="2800" dirty="0" err="1"/>
              <a:t>নিষ্পাপ</a:t>
            </a:r>
            <a:r>
              <a:rPr lang="en-US" sz="2800" dirty="0"/>
              <a:t> </a:t>
            </a:r>
            <a:r>
              <a:rPr lang="en-US" sz="2800" dirty="0" err="1"/>
              <a:t>হয়ে</a:t>
            </a:r>
            <a:r>
              <a:rPr lang="en-US" sz="2800" dirty="0"/>
              <a:t> </a:t>
            </a:r>
            <a:r>
              <a:rPr lang="en-US" sz="2800" dirty="0" err="1"/>
              <a:t>যার</a:t>
            </a:r>
            <a:r>
              <a:rPr lang="en-US" sz="2800" dirty="0"/>
              <a:t> </a:t>
            </a:r>
            <a:r>
              <a:rPr lang="en-US" sz="2800" dirty="0" err="1"/>
              <a:t>মন</a:t>
            </a:r>
            <a:r>
              <a:rPr lang="en-US" sz="2800" dirty="0"/>
              <a:t> </a:t>
            </a:r>
            <a:r>
              <a:rPr lang="en-US" sz="2800" dirty="0" err="1"/>
              <a:t>আমাতে</a:t>
            </a:r>
            <a:r>
              <a:rPr lang="en-US" sz="2800" dirty="0"/>
              <a:t> </a:t>
            </a:r>
            <a:r>
              <a:rPr lang="en-US" sz="2800" dirty="0" err="1"/>
              <a:t>নিবিষ্ট</a:t>
            </a:r>
            <a:r>
              <a:rPr lang="en-US" sz="2800" dirty="0"/>
              <a:t> </a:t>
            </a:r>
            <a:r>
              <a:rPr lang="en-US" sz="2800" dirty="0" err="1"/>
              <a:t>হয়েছে</a:t>
            </a:r>
            <a:r>
              <a:rPr lang="en-US" sz="2800" dirty="0"/>
              <a:t> </a:t>
            </a:r>
            <a:r>
              <a:rPr lang="en-US" sz="2800" dirty="0" err="1"/>
              <a:t>তিনিই</a:t>
            </a:r>
            <a:r>
              <a:rPr lang="en-US" sz="2800" dirty="0"/>
              <a:t> </a:t>
            </a:r>
            <a:r>
              <a:rPr lang="en-US" sz="2800" dirty="0" err="1"/>
              <a:t>পরম</a:t>
            </a:r>
            <a:r>
              <a:rPr lang="en-US" sz="2800" dirty="0"/>
              <a:t> </a:t>
            </a:r>
            <a:r>
              <a:rPr lang="en-US" sz="2800" dirty="0" err="1"/>
              <a:t>সুখ</a:t>
            </a:r>
            <a:r>
              <a:rPr lang="en-US" sz="2800" dirty="0"/>
              <a:t> </a:t>
            </a:r>
            <a:r>
              <a:rPr lang="en-US" sz="2800" dirty="0" err="1"/>
              <a:t>প্রাপ্ত</a:t>
            </a:r>
            <a:r>
              <a:rPr lang="en-US" sz="2800" dirty="0"/>
              <a:t> </a:t>
            </a:r>
            <a:r>
              <a:rPr lang="en-US" sz="2800" dirty="0" err="1"/>
              <a:t>হন</a:t>
            </a:r>
            <a:r>
              <a:rPr lang="en-US" sz="2800" dirty="0"/>
              <a:t>।"</a:t>
            </a:r>
          </a:p>
          <a:p>
            <a:endParaRPr lang="en-US" sz="2800" dirty="0"/>
          </a:p>
          <a:p>
            <a:r>
              <a:rPr lang="en-US" sz="2800" dirty="0"/>
              <a:t> -</a:t>
            </a:r>
            <a:r>
              <a:rPr lang="en-US" sz="2800" dirty="0" err="1"/>
              <a:t>শ্রীমদ্ভগবদ্গীতা</a:t>
            </a:r>
            <a:r>
              <a:rPr lang="en-US" sz="2800" dirty="0"/>
              <a:t> ৬/২৫-২৭</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7" name="Subtitle 1048746"/>
          <p:cNvSpPr>
            <a:spLocks noGrp="1"/>
          </p:cNvSpPr>
          <p:nvPr>
            <p:ph type="subTitle" idx="1"/>
          </p:nvPr>
        </p:nvSpPr>
        <p:spPr>
          <a:xfrm>
            <a:off x="108354" y="1593025"/>
            <a:ext cx="8927291" cy="4614535"/>
          </a:xfrm>
        </p:spPr>
        <p:txBody>
          <a:bodyPr/>
          <a:lstStyle/>
          <a:p>
            <a:r>
              <a:rPr lang="en-US" sz="2800"/>
              <a:t>"এই অবস্থায় শুদ্ধ অন্তকরণ দ্বারা আত্মাকে উপলব্ধি করে যোগী পরম আনন্দ আস্বাদন করে। সেই আনন্দ অবস্থায় অপ্রাকৃত ইন্দ্রিয়ের দ্বারা অপ্রাকৃত সুখ অনুভব হয়।</a:t>
            </a:r>
          </a:p>
          <a:p>
            <a:endParaRPr lang="en-US" sz="2800"/>
          </a:p>
          <a:p>
            <a:r>
              <a:rPr lang="en-US" sz="2800"/>
              <a:t>এই পরমার্থিক চেতনায় অবস্থিত বলে যোগী আর আত্মতত্ত্বজ্ঞান থেকে বিচলিত হন না এবং তখন আর অন্য কিছু লাভই এর থেকে অধিক বলে মনে হয় না।" </a:t>
            </a:r>
          </a:p>
          <a:p>
            <a:endParaRPr lang="en-US" sz="2800"/>
          </a:p>
          <a:p>
            <a:r>
              <a:rPr lang="en-US" sz="2800"/>
              <a:t>-শ্রীমদ্ভগবদ্গীতা৬/২১-২২।</a:t>
            </a:r>
          </a:p>
        </p:txBody>
      </p:sp>
      <p:sp>
        <p:nvSpPr>
          <p:cNvPr id="1048748" name="Title 1"/>
          <p:cNvSpPr/>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a:t>
            </a:r>
            <a:r>
              <a:rPr lang="en-US" altLang="en-US" b="1" u="sng">
                <a:effectLst>
                  <a:outerShdw blurRad="38100" dist="38100" dir="2700000" algn="br" rotWithShape="0">
                    <a:srgbClr val="000000"/>
                  </a:outerShdw>
                </a:effectLst>
                <a:latin typeface="NikoshBAN" pitchFamily="2" charset="0"/>
                <a:ea typeface="NikoshBAN" pitchFamily="2" charset="0"/>
                <a:cs typeface="Arial"/>
              </a:rPr>
              <a:t>সমাধি</a:t>
            </a:r>
            <a:r>
              <a:rPr lang="en-US" altLang="en-US" b="1" u="sng">
                <a:effectLst>
                  <a:outerShdw blurRad="38100" dist="38100" dir="2700000" algn="br" rotWithShape="0">
                    <a:srgbClr val="000000"/>
                  </a:outerShdw>
                </a:effectLst>
                <a:latin typeface="NikoshBAN" pitchFamily="2" charset="0"/>
                <a:ea typeface="NikoshBAN" pitchFamily="2" charset="0"/>
              </a:rPr>
              <a:t>"</a:t>
            </a:r>
            <a:endParaRPr lang="zh-CN" altLang="en-US" u="sng">
              <a:effectLst>
                <a:outerShdw blurRad="38100" dist="38100" dir="2700000" algn="br" rotWithShape="0">
                  <a:srgbClr val="000000"/>
                </a:outerShdw>
              </a:effectLst>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9" name="Subtitle 1048748"/>
          <p:cNvSpPr>
            <a:spLocks noGrp="1"/>
          </p:cNvSpPr>
          <p:nvPr>
            <p:ph type="subTitle" idx="1"/>
          </p:nvPr>
        </p:nvSpPr>
        <p:spPr>
          <a:xfrm>
            <a:off x="455396" y="2677423"/>
            <a:ext cx="8233208" cy="2831170"/>
          </a:xfrm>
        </p:spPr>
        <p:txBody>
          <a:bodyPr/>
          <a:lstStyle/>
          <a:p>
            <a:r>
              <a:rPr lang="en-US" sz="2800"/>
              <a:t>"এই অবস্থায় স্থিত হলে চরম বিপর্যয়েও চিত্ত বিচলিত হয় না। জড় জগতের সংযোগজনিত সমস্ত দুঃখ-দুর্দশা থেকে এটিই হচ্ছে প্রকৃত মুক্তি।" -শ্রীমদ্ভগবদ্গীতা ৬/২২</a:t>
            </a:r>
          </a:p>
        </p:txBody>
      </p:sp>
      <p:sp>
        <p:nvSpPr>
          <p:cNvPr id="1048750" name="Title 1"/>
          <p:cNvSpPr/>
          <p:nvPr/>
        </p:nvSpPr>
        <p:spPr>
          <a:xfrm>
            <a:off x="457200" y="274637"/>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en-US" altLang="en-US" b="1" u="sng">
                <a:effectLst>
                  <a:outerShdw blurRad="38100" dist="38100" dir="2700000" algn="br" rotWithShape="0">
                    <a:srgbClr val="000000"/>
                  </a:outerShdw>
                </a:effectLst>
                <a:latin typeface="NikoshBAN" pitchFamily="2" charset="0"/>
                <a:ea typeface="NikoshBAN" pitchFamily="2" charset="0"/>
              </a:rPr>
              <a:t>"</a:t>
            </a:r>
            <a:r>
              <a:rPr lang="en-US" altLang="en-US" b="1" u="sng">
                <a:effectLst>
                  <a:outerShdw blurRad="38100" dist="38100" dir="2700000" algn="br" rotWithShape="0">
                    <a:srgbClr val="000000"/>
                  </a:outerShdw>
                </a:effectLst>
                <a:latin typeface="NikoshBAN" pitchFamily="2" charset="0"/>
                <a:ea typeface="NikoshBAN" pitchFamily="2" charset="0"/>
                <a:cs typeface="Arial"/>
              </a:rPr>
              <a:t>সমাধি</a:t>
            </a:r>
            <a:r>
              <a:rPr lang="en-US" altLang="en-US" b="1" u="sng">
                <a:effectLst>
                  <a:outerShdw blurRad="38100" dist="38100" dir="2700000" algn="br" rotWithShape="0">
                    <a:srgbClr val="000000"/>
                  </a:outerShdw>
                </a:effectLst>
                <a:latin typeface="NikoshBAN" pitchFamily="2" charset="0"/>
                <a:ea typeface="NikoshBAN" pitchFamily="2" charset="0"/>
              </a:rPr>
              <a:t>"</a:t>
            </a:r>
            <a:endParaRPr lang="zh-CN" altLang="en-US" u="sng">
              <a:effectLst>
                <a:outerShdw blurRad="38100" dist="38100" dir="2700000" algn="br" rotWithShape="0">
                  <a:srgbClr val="000000"/>
                </a:outerShdw>
              </a:effectLst>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3" name="Title 1048752"/>
          <p:cNvSpPr>
            <a:spLocks noGrp="1"/>
          </p:cNvSpPr>
          <p:nvPr>
            <p:ph type="ctrTitle"/>
          </p:nvPr>
        </p:nvSpPr>
        <p:spPr>
          <a:xfrm>
            <a:off x="1143000" y="796549"/>
            <a:ext cx="6858000" cy="211820"/>
          </a:xfrm>
        </p:spPr>
        <p:txBody>
          <a:bodyPr/>
          <a:lstStyle/>
          <a:p>
            <a:r>
              <a:rPr lang="en-US" sz="4400" b="1" u="sng">
                <a:effectLst>
                  <a:outerShdw blurRad="38100" dist="38100" dir="2700000" algn="br" rotWithShape="0">
                    <a:srgbClr val="000000"/>
                  </a:outerShdw>
                </a:effectLst>
              </a:rPr>
              <a:t>যোগভ্রষ্ট হলে কি হয়?</a:t>
            </a:r>
          </a:p>
        </p:txBody>
      </p:sp>
      <p:sp>
        <p:nvSpPr>
          <p:cNvPr id="1048754" name="Subtitle 1048753"/>
          <p:cNvSpPr>
            <a:spLocks noGrp="1"/>
          </p:cNvSpPr>
          <p:nvPr>
            <p:ph type="subTitle" idx="1"/>
          </p:nvPr>
        </p:nvSpPr>
        <p:spPr>
          <a:xfrm>
            <a:off x="228600" y="1600200"/>
            <a:ext cx="8677421" cy="4479351"/>
          </a:xfrm>
        </p:spPr>
        <p:txBody>
          <a:bodyPr/>
          <a:lstStyle/>
          <a:p>
            <a:r>
              <a:rPr lang="en-US" sz="2800" dirty="0"/>
              <a:t>"</a:t>
            </a:r>
            <a:r>
              <a:rPr lang="en-US" sz="2800" dirty="0" err="1"/>
              <a:t>ভগবান</a:t>
            </a:r>
            <a:r>
              <a:rPr lang="en-US" sz="2800" dirty="0"/>
              <a:t> </a:t>
            </a:r>
            <a:r>
              <a:rPr lang="en-US" sz="2800" dirty="0" err="1"/>
              <a:t>বললেন-হে</a:t>
            </a:r>
            <a:r>
              <a:rPr lang="en-US" sz="2800" dirty="0"/>
              <a:t> </a:t>
            </a:r>
            <a:r>
              <a:rPr lang="en-US" sz="2800" dirty="0" err="1"/>
              <a:t>পার্থ</a:t>
            </a:r>
            <a:r>
              <a:rPr lang="en-US" sz="2800" dirty="0"/>
              <a:t>, </a:t>
            </a:r>
            <a:r>
              <a:rPr lang="en-US" sz="2800" dirty="0" err="1"/>
              <a:t>শুভ</a:t>
            </a:r>
            <a:r>
              <a:rPr lang="en-US" sz="2800" dirty="0"/>
              <a:t> </a:t>
            </a:r>
            <a:r>
              <a:rPr lang="en-US" sz="2800" dirty="0" err="1"/>
              <a:t>অনুষ্ঠানকারী</a:t>
            </a:r>
            <a:r>
              <a:rPr lang="en-US" sz="2800" dirty="0"/>
              <a:t> </a:t>
            </a:r>
            <a:r>
              <a:rPr lang="en-US" sz="2800" dirty="0" err="1"/>
              <a:t>পরমার্থবিদের</a:t>
            </a:r>
            <a:r>
              <a:rPr lang="en-US" sz="2800" dirty="0"/>
              <a:t> </a:t>
            </a:r>
            <a:r>
              <a:rPr lang="en-US" sz="2800" dirty="0" err="1"/>
              <a:t>ইহলোক</a:t>
            </a:r>
            <a:r>
              <a:rPr lang="en-US" sz="2800" dirty="0"/>
              <a:t> </a:t>
            </a:r>
            <a:r>
              <a:rPr lang="en-US" sz="2800" dirty="0" err="1"/>
              <a:t>এবং</a:t>
            </a:r>
            <a:r>
              <a:rPr lang="en-US" sz="2800" dirty="0"/>
              <a:t> </a:t>
            </a:r>
            <a:r>
              <a:rPr lang="en-US" sz="2800" dirty="0" err="1"/>
              <a:t>পরলোকে</a:t>
            </a:r>
            <a:r>
              <a:rPr lang="en-US" sz="2800" dirty="0"/>
              <a:t> </a:t>
            </a:r>
            <a:r>
              <a:rPr lang="en-US" sz="2800" dirty="0" err="1"/>
              <a:t>কোন</a:t>
            </a:r>
            <a:r>
              <a:rPr lang="en-US" sz="2800" dirty="0"/>
              <a:t> </a:t>
            </a:r>
            <a:r>
              <a:rPr lang="en-US" sz="2800" dirty="0" err="1"/>
              <a:t>দুর্গতি</a:t>
            </a:r>
            <a:r>
              <a:rPr lang="en-US" sz="2800" dirty="0"/>
              <a:t> </a:t>
            </a:r>
            <a:r>
              <a:rPr lang="en-US" sz="2800" dirty="0" err="1"/>
              <a:t>হয়</a:t>
            </a:r>
            <a:r>
              <a:rPr lang="en-US" sz="2800" dirty="0"/>
              <a:t> </a:t>
            </a:r>
            <a:r>
              <a:rPr lang="en-US" sz="2800" dirty="0" err="1"/>
              <a:t>না।হে</a:t>
            </a:r>
            <a:r>
              <a:rPr lang="en-US" sz="2800" dirty="0"/>
              <a:t> </a:t>
            </a:r>
            <a:r>
              <a:rPr lang="en-US" sz="2800" dirty="0" err="1"/>
              <a:t>বৎস,এজন্য</a:t>
            </a:r>
            <a:r>
              <a:rPr lang="en-US" sz="2800" dirty="0"/>
              <a:t> </a:t>
            </a:r>
            <a:r>
              <a:rPr lang="en-US" sz="2800" dirty="0" err="1"/>
              <a:t>কল্যাণকারীর</a:t>
            </a:r>
            <a:r>
              <a:rPr lang="en-US" sz="2800" dirty="0"/>
              <a:t> </a:t>
            </a:r>
            <a:r>
              <a:rPr lang="en-US" sz="2800" dirty="0" err="1"/>
              <a:t>কখনও</a:t>
            </a:r>
            <a:r>
              <a:rPr lang="en-US" sz="2800" dirty="0"/>
              <a:t> </a:t>
            </a:r>
            <a:r>
              <a:rPr lang="en-US" sz="2800" dirty="0" err="1"/>
              <a:t>অধঃগতি</a:t>
            </a:r>
            <a:r>
              <a:rPr lang="en-US" sz="2800" dirty="0"/>
              <a:t> </a:t>
            </a:r>
            <a:r>
              <a:rPr lang="en-US" sz="2800" dirty="0" err="1"/>
              <a:t>হয়</a:t>
            </a:r>
            <a:r>
              <a:rPr lang="en-US" sz="2800" dirty="0"/>
              <a:t> </a:t>
            </a:r>
            <a:r>
              <a:rPr lang="en-US" sz="2800" dirty="0" err="1"/>
              <a:t>না</a:t>
            </a:r>
            <a:r>
              <a:rPr lang="en-US" sz="2800" dirty="0"/>
              <a:t>। </a:t>
            </a:r>
          </a:p>
          <a:p>
            <a:endParaRPr lang="en-US" sz="2800" dirty="0"/>
          </a:p>
          <a:p>
            <a:r>
              <a:rPr lang="en-US" sz="2800" dirty="0" err="1"/>
              <a:t>যোগভ্রষ্ট</a:t>
            </a:r>
            <a:r>
              <a:rPr lang="en-US" sz="2800" dirty="0"/>
              <a:t> </a:t>
            </a:r>
            <a:r>
              <a:rPr lang="en-US" sz="2800" dirty="0" err="1"/>
              <a:t>ব্যক্তি</a:t>
            </a:r>
            <a:r>
              <a:rPr lang="en-US" sz="2800" dirty="0"/>
              <a:t> </a:t>
            </a:r>
            <a:r>
              <a:rPr lang="en-US" sz="2800" dirty="0" err="1"/>
              <a:t>পুণ্যবানদের</a:t>
            </a:r>
            <a:r>
              <a:rPr lang="en-US" sz="2800" dirty="0"/>
              <a:t> </a:t>
            </a:r>
            <a:r>
              <a:rPr lang="en-US" sz="2800" dirty="0" err="1"/>
              <a:t>প্রাপ্য</a:t>
            </a:r>
            <a:r>
              <a:rPr lang="en-US" sz="2800" dirty="0"/>
              <a:t> </a:t>
            </a:r>
            <a:r>
              <a:rPr lang="en-US" sz="2800" dirty="0" err="1"/>
              <a:t>স্বর্গাদি</a:t>
            </a:r>
            <a:r>
              <a:rPr lang="en-US" sz="2800" dirty="0"/>
              <a:t> </a:t>
            </a:r>
            <a:r>
              <a:rPr lang="en-US" sz="2800" dirty="0" err="1"/>
              <a:t>লোকে</a:t>
            </a:r>
            <a:r>
              <a:rPr lang="en-US" sz="2800" dirty="0"/>
              <a:t> </a:t>
            </a:r>
            <a:r>
              <a:rPr lang="en-US" sz="2800" dirty="0" err="1"/>
              <a:t>বহুকাল</a:t>
            </a:r>
            <a:r>
              <a:rPr lang="en-US" sz="2800" dirty="0"/>
              <a:t> </a:t>
            </a:r>
            <a:r>
              <a:rPr lang="en-US" sz="2800" dirty="0" err="1"/>
              <a:t>বাস</a:t>
            </a:r>
            <a:r>
              <a:rPr lang="en-US" sz="2800" dirty="0"/>
              <a:t> </a:t>
            </a:r>
            <a:r>
              <a:rPr lang="en-US" sz="2800" dirty="0" err="1"/>
              <a:t>করে</a:t>
            </a:r>
            <a:r>
              <a:rPr lang="en-US" sz="2800" dirty="0"/>
              <a:t> </a:t>
            </a:r>
            <a:r>
              <a:rPr lang="en-US" sz="2800" dirty="0" err="1"/>
              <a:t>সদাচারী</a:t>
            </a:r>
            <a:r>
              <a:rPr lang="en-US" sz="2800" dirty="0"/>
              <a:t> </a:t>
            </a:r>
            <a:r>
              <a:rPr lang="en-US" sz="2800" dirty="0" err="1"/>
              <a:t>গৃহে</a:t>
            </a:r>
            <a:r>
              <a:rPr lang="en-US" sz="2800" dirty="0"/>
              <a:t> </a:t>
            </a:r>
            <a:r>
              <a:rPr lang="en-US" sz="2800" dirty="0" err="1"/>
              <a:t>অথবা</a:t>
            </a:r>
            <a:r>
              <a:rPr lang="en-US" sz="2800" dirty="0"/>
              <a:t> </a:t>
            </a:r>
            <a:r>
              <a:rPr lang="en-US" sz="2800" dirty="0" err="1"/>
              <a:t>ধনীলোকদের</a:t>
            </a:r>
            <a:r>
              <a:rPr lang="en-US" sz="2800" dirty="0"/>
              <a:t> </a:t>
            </a:r>
            <a:r>
              <a:rPr lang="en-US" sz="2800" dirty="0" err="1"/>
              <a:t>গৃহে</a:t>
            </a:r>
            <a:r>
              <a:rPr lang="en-US" sz="2800" dirty="0"/>
              <a:t> </a:t>
            </a:r>
            <a:r>
              <a:rPr lang="en-US" sz="2800" dirty="0" err="1"/>
              <a:t>জন্মগ্রহণ</a:t>
            </a:r>
            <a:r>
              <a:rPr lang="en-US" sz="2800" dirty="0"/>
              <a:t> </a:t>
            </a:r>
            <a:r>
              <a:rPr lang="en-US" sz="2800" dirty="0" err="1"/>
              <a:t>করেন</a:t>
            </a:r>
            <a:r>
              <a:rPr lang="en-US" sz="2800" dirty="0"/>
              <a:t>।  </a:t>
            </a:r>
            <a:r>
              <a:rPr lang="en-US" sz="2800" dirty="0" err="1"/>
              <a:t>অথবা</a:t>
            </a:r>
            <a:r>
              <a:rPr lang="en-US" sz="2800" dirty="0"/>
              <a:t> </a:t>
            </a:r>
            <a:r>
              <a:rPr lang="en-US" sz="2800" dirty="0" err="1"/>
              <a:t>যোগভ্রষ্ট</a:t>
            </a:r>
            <a:r>
              <a:rPr lang="en-US" sz="2800" dirty="0"/>
              <a:t> </a:t>
            </a:r>
            <a:r>
              <a:rPr lang="en-US" sz="2800" dirty="0" err="1"/>
              <a:t>পুরুষ</a:t>
            </a:r>
            <a:r>
              <a:rPr lang="en-US" sz="2800" dirty="0"/>
              <a:t> </a:t>
            </a:r>
            <a:r>
              <a:rPr lang="en-US" sz="2800" dirty="0" err="1"/>
              <a:t>জ্ঞানবান</a:t>
            </a:r>
            <a:r>
              <a:rPr lang="en-US" sz="2800" dirty="0"/>
              <a:t> </a:t>
            </a:r>
            <a:r>
              <a:rPr lang="en-US" sz="2800" dirty="0" err="1"/>
              <a:t>যোগীগণের</a:t>
            </a:r>
            <a:r>
              <a:rPr lang="en-US" sz="2800" dirty="0"/>
              <a:t> </a:t>
            </a:r>
            <a:r>
              <a:rPr lang="en-US" sz="2800" dirty="0" err="1"/>
              <a:t>বংশে</a:t>
            </a:r>
            <a:r>
              <a:rPr lang="en-US" sz="2800" dirty="0"/>
              <a:t> </a:t>
            </a:r>
            <a:r>
              <a:rPr lang="en-US" sz="2800" dirty="0" err="1"/>
              <a:t>জন্মগ্রহণ</a:t>
            </a:r>
            <a:r>
              <a:rPr lang="en-US" sz="2800" dirty="0"/>
              <a:t> </a:t>
            </a:r>
            <a:r>
              <a:rPr lang="en-US" sz="2800" dirty="0" err="1"/>
              <a:t>করেন।এই</a:t>
            </a:r>
            <a:r>
              <a:rPr lang="en-US" sz="2800" dirty="0"/>
              <a:t> </a:t>
            </a:r>
            <a:r>
              <a:rPr lang="en-US" sz="2800" dirty="0" err="1"/>
              <a:t>প্রকার</a:t>
            </a:r>
            <a:r>
              <a:rPr lang="en-US" sz="2800" dirty="0"/>
              <a:t> </a:t>
            </a:r>
            <a:r>
              <a:rPr lang="en-US" sz="2800" dirty="0" err="1"/>
              <a:t>জন্ম</a:t>
            </a:r>
            <a:r>
              <a:rPr lang="en-US" sz="2800" dirty="0"/>
              <a:t> </a:t>
            </a:r>
            <a:r>
              <a:rPr lang="en-US" sz="2800" dirty="0" err="1"/>
              <a:t>এই</a:t>
            </a:r>
            <a:r>
              <a:rPr lang="en-US" sz="2800" dirty="0"/>
              <a:t> </a:t>
            </a:r>
            <a:r>
              <a:rPr lang="en-US" sz="2800" dirty="0" err="1"/>
              <a:t>জগতে</a:t>
            </a:r>
            <a:r>
              <a:rPr lang="en-US" sz="2800" dirty="0"/>
              <a:t> </a:t>
            </a:r>
            <a:r>
              <a:rPr lang="en-US" sz="2800" dirty="0" err="1"/>
              <a:t>অবশ্য</a:t>
            </a:r>
            <a:r>
              <a:rPr lang="en-US" sz="2800" dirty="0"/>
              <a:t> </a:t>
            </a:r>
            <a:r>
              <a:rPr lang="en-US" sz="2800" dirty="0" err="1"/>
              <a:t>অত্যন্তই</a:t>
            </a:r>
            <a:r>
              <a:rPr lang="en-US" sz="2800" dirty="0"/>
              <a:t> </a:t>
            </a:r>
            <a:r>
              <a:rPr lang="en-US" sz="2800" dirty="0" err="1"/>
              <a:t>দুর্লভ</a:t>
            </a:r>
            <a:r>
              <a:rPr lang="en-US" sz="2800" dirty="0"/>
              <a:t>।" -</a:t>
            </a:r>
            <a:r>
              <a:rPr lang="en-US" sz="2800" dirty="0" err="1"/>
              <a:t>শ্রীমদ্ভগবদ্গীতা</a:t>
            </a:r>
            <a:r>
              <a:rPr lang="en-US" sz="2800" dirty="0"/>
              <a:t> ৬/৪০-৪২।</a:t>
            </a:r>
          </a:p>
          <a:p>
            <a:endParaRPr lang="en-US" sz="2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5" name="Subtitle 1048754"/>
          <p:cNvSpPr>
            <a:spLocks noGrp="1"/>
          </p:cNvSpPr>
          <p:nvPr>
            <p:ph type="subTitle" idx="1"/>
          </p:nvPr>
        </p:nvSpPr>
        <p:spPr>
          <a:xfrm>
            <a:off x="109531" y="1869001"/>
            <a:ext cx="8988159" cy="3580113"/>
          </a:xfrm>
        </p:spPr>
        <p:txBody>
          <a:bodyPr/>
          <a:lstStyle/>
          <a:p>
            <a:r>
              <a:rPr lang="en-US" sz="2800" dirty="0"/>
              <a:t>"</a:t>
            </a:r>
            <a:r>
              <a:rPr lang="en-US" sz="2800" dirty="0" err="1"/>
              <a:t>হে</a:t>
            </a:r>
            <a:r>
              <a:rPr lang="en-US" sz="2800" dirty="0"/>
              <a:t> </a:t>
            </a:r>
            <a:r>
              <a:rPr lang="en-US" sz="2800" dirty="0" err="1"/>
              <a:t>কুরুনন্দন</a:t>
            </a:r>
            <a:r>
              <a:rPr lang="en-US" sz="2800" dirty="0"/>
              <a:t>, </a:t>
            </a:r>
            <a:r>
              <a:rPr lang="en-US" sz="2800" dirty="0" err="1"/>
              <a:t>সেই</a:t>
            </a:r>
            <a:r>
              <a:rPr lang="en-US" sz="2800" dirty="0"/>
              <a:t> </a:t>
            </a:r>
            <a:r>
              <a:rPr lang="en-US" sz="2800" dirty="0" err="1"/>
              <a:t>প্রকার</a:t>
            </a:r>
            <a:r>
              <a:rPr lang="en-US" sz="2800" dirty="0"/>
              <a:t> </a:t>
            </a:r>
            <a:r>
              <a:rPr lang="en-US" sz="2800" dirty="0" err="1"/>
              <a:t>জন্মগ্রহণ</a:t>
            </a:r>
            <a:r>
              <a:rPr lang="en-US" sz="2800" dirty="0"/>
              <a:t> </a:t>
            </a:r>
            <a:r>
              <a:rPr lang="en-US" sz="2800" dirty="0" err="1"/>
              <a:t>করার</a:t>
            </a:r>
            <a:r>
              <a:rPr lang="en-US" sz="2800" dirty="0"/>
              <a:t> </a:t>
            </a:r>
            <a:r>
              <a:rPr lang="en-US" sz="2800" dirty="0" err="1"/>
              <a:t>ফলে</a:t>
            </a:r>
            <a:r>
              <a:rPr lang="en-US" sz="2800" dirty="0"/>
              <a:t> </a:t>
            </a:r>
            <a:r>
              <a:rPr lang="en-US" sz="2800" dirty="0" err="1"/>
              <a:t>তিনি</a:t>
            </a:r>
            <a:r>
              <a:rPr lang="en-US" sz="2800" dirty="0"/>
              <a:t> </a:t>
            </a:r>
            <a:r>
              <a:rPr lang="en-US" sz="2800" dirty="0" err="1"/>
              <a:t>পুনরায়</a:t>
            </a:r>
            <a:r>
              <a:rPr lang="en-US" sz="2800" dirty="0"/>
              <a:t> </a:t>
            </a:r>
            <a:r>
              <a:rPr lang="en-US" sz="2800" dirty="0" err="1"/>
              <a:t>তার</a:t>
            </a:r>
            <a:r>
              <a:rPr lang="en-US" sz="2800" dirty="0"/>
              <a:t> </a:t>
            </a:r>
            <a:r>
              <a:rPr lang="en-US" sz="2800" dirty="0" err="1"/>
              <a:t>পূর্বজন্মকৃত</a:t>
            </a:r>
            <a:r>
              <a:rPr lang="en-US" sz="2800" dirty="0"/>
              <a:t> </a:t>
            </a:r>
            <a:r>
              <a:rPr lang="en-US" sz="2800" dirty="0" err="1"/>
              <a:t>পরমার্থিক</a:t>
            </a:r>
            <a:r>
              <a:rPr lang="en-US" sz="2800" dirty="0"/>
              <a:t> </a:t>
            </a:r>
            <a:r>
              <a:rPr lang="en-US" sz="2800" dirty="0" err="1"/>
              <a:t>চেতনায়</a:t>
            </a:r>
            <a:r>
              <a:rPr lang="en-US" sz="2800" dirty="0"/>
              <a:t> </a:t>
            </a:r>
            <a:r>
              <a:rPr lang="en-US" sz="2800" dirty="0" err="1"/>
              <a:t>বুদ্ধি</a:t>
            </a:r>
            <a:r>
              <a:rPr lang="en-US" sz="2800" dirty="0"/>
              <a:t> </a:t>
            </a:r>
            <a:r>
              <a:rPr lang="en-US" sz="2800" dirty="0" err="1"/>
              <a:t>সংযোগ</a:t>
            </a:r>
            <a:r>
              <a:rPr lang="en-US" sz="2800" dirty="0"/>
              <a:t> </a:t>
            </a:r>
            <a:r>
              <a:rPr lang="en-US" sz="2800" dirty="0" err="1"/>
              <a:t>লাভ</a:t>
            </a:r>
            <a:r>
              <a:rPr lang="en-US" sz="2800" dirty="0"/>
              <a:t> </a:t>
            </a:r>
            <a:r>
              <a:rPr lang="en-US" sz="2800" dirty="0" err="1"/>
              <a:t>করে</a:t>
            </a:r>
            <a:r>
              <a:rPr lang="en-US" sz="2800" dirty="0"/>
              <a:t> </a:t>
            </a:r>
            <a:r>
              <a:rPr lang="en-US" sz="2800" dirty="0" err="1"/>
              <a:t>সিদ্ধি</a:t>
            </a:r>
            <a:r>
              <a:rPr lang="en-US" sz="2800" dirty="0"/>
              <a:t> </a:t>
            </a:r>
            <a:r>
              <a:rPr lang="en-US" sz="2800" dirty="0" err="1"/>
              <a:t>লাভের</a:t>
            </a:r>
            <a:r>
              <a:rPr lang="en-US" sz="2800" dirty="0"/>
              <a:t> </a:t>
            </a:r>
            <a:r>
              <a:rPr lang="en-US" sz="2800" dirty="0" err="1"/>
              <a:t>জন্য</a:t>
            </a:r>
            <a:r>
              <a:rPr lang="en-US" sz="2800" dirty="0"/>
              <a:t> </a:t>
            </a:r>
            <a:r>
              <a:rPr lang="en-US" sz="2800" dirty="0" err="1"/>
              <a:t>পুনরায়</a:t>
            </a:r>
            <a:r>
              <a:rPr lang="en-US" sz="2800" dirty="0"/>
              <a:t> </a:t>
            </a:r>
            <a:r>
              <a:rPr lang="en-US" sz="2800" dirty="0" err="1"/>
              <a:t>যত্নবান</a:t>
            </a:r>
            <a:r>
              <a:rPr lang="en-US" sz="2800" dirty="0"/>
              <a:t> </a:t>
            </a:r>
            <a:r>
              <a:rPr lang="en-US" sz="2800" dirty="0" err="1"/>
              <a:t>হন</a:t>
            </a:r>
            <a:r>
              <a:rPr lang="en-US" sz="2800" dirty="0"/>
              <a:t>।</a:t>
            </a:r>
          </a:p>
          <a:p>
            <a:endParaRPr lang="en-US" sz="2800" dirty="0"/>
          </a:p>
          <a:p>
            <a:r>
              <a:rPr lang="en-US" sz="2800" dirty="0" err="1"/>
              <a:t>যোগী</a:t>
            </a:r>
            <a:r>
              <a:rPr lang="en-US" sz="2800" dirty="0"/>
              <a:t> </a:t>
            </a:r>
            <a:r>
              <a:rPr lang="en-US" sz="2800" dirty="0" err="1"/>
              <a:t>ইহজন্মে</a:t>
            </a:r>
            <a:r>
              <a:rPr lang="en-US" sz="2800" dirty="0"/>
              <a:t> </a:t>
            </a:r>
            <a:r>
              <a:rPr lang="en-US" sz="2800" dirty="0" err="1"/>
              <a:t>পূর্বজন্মকৃত</a:t>
            </a:r>
            <a:r>
              <a:rPr lang="en-US" sz="2800" dirty="0"/>
              <a:t> </a:t>
            </a:r>
            <a:r>
              <a:rPr lang="en-US" sz="2800" dirty="0" err="1"/>
              <a:t>যত্ন</a:t>
            </a:r>
            <a:r>
              <a:rPr lang="en-US" sz="2800" dirty="0"/>
              <a:t> </a:t>
            </a:r>
            <a:r>
              <a:rPr lang="en-US" sz="2800" dirty="0" err="1"/>
              <a:t>অপেক্ষা</a:t>
            </a:r>
            <a:r>
              <a:rPr lang="en-US" sz="2800" dirty="0"/>
              <a:t> </a:t>
            </a:r>
            <a:r>
              <a:rPr lang="en-US" sz="2800" dirty="0" err="1"/>
              <a:t>অধিকতর</a:t>
            </a:r>
            <a:r>
              <a:rPr lang="en-US" sz="2800" dirty="0"/>
              <a:t> </a:t>
            </a:r>
            <a:r>
              <a:rPr lang="en-US" sz="2800" dirty="0" err="1"/>
              <a:t>যত্ন</a:t>
            </a:r>
            <a:r>
              <a:rPr lang="en-US" sz="2800" dirty="0"/>
              <a:t> </a:t>
            </a:r>
            <a:r>
              <a:rPr lang="en-US" sz="2800" dirty="0" err="1"/>
              <a:t>করে</a:t>
            </a:r>
            <a:r>
              <a:rPr lang="en-US" sz="2800" dirty="0"/>
              <a:t> </a:t>
            </a:r>
            <a:r>
              <a:rPr lang="en-US" sz="2800" dirty="0" err="1"/>
              <a:t>পাপ</a:t>
            </a:r>
            <a:r>
              <a:rPr lang="en-US" sz="2800" dirty="0"/>
              <a:t> </a:t>
            </a:r>
            <a:r>
              <a:rPr lang="en-US" sz="2800" dirty="0" err="1"/>
              <a:t>মুক্ত</a:t>
            </a:r>
            <a:r>
              <a:rPr lang="en-US" sz="2800" dirty="0"/>
              <a:t> </a:t>
            </a:r>
            <a:r>
              <a:rPr lang="en-US" sz="2800" dirty="0" err="1"/>
              <a:t>হয়</a:t>
            </a:r>
            <a:r>
              <a:rPr lang="en-US" sz="2800" dirty="0"/>
              <a:t>, </a:t>
            </a:r>
            <a:r>
              <a:rPr lang="en-US" sz="2800" dirty="0" err="1"/>
              <a:t>পূর্বজন্মের</a:t>
            </a:r>
            <a:r>
              <a:rPr lang="en-US" sz="2800" dirty="0"/>
              <a:t> </a:t>
            </a:r>
            <a:r>
              <a:rPr lang="en-US" sz="2800" dirty="0" err="1"/>
              <a:t>সাধন</a:t>
            </a:r>
            <a:r>
              <a:rPr lang="en-US" sz="2800" dirty="0"/>
              <a:t> </a:t>
            </a:r>
            <a:r>
              <a:rPr lang="en-US" sz="2800" dirty="0" err="1"/>
              <a:t>সঞ্চিত</a:t>
            </a:r>
            <a:r>
              <a:rPr lang="en-US" sz="2800" dirty="0"/>
              <a:t> </a:t>
            </a:r>
            <a:r>
              <a:rPr lang="en-US" sz="2800" dirty="0" err="1"/>
              <a:t>সংস্কার</a:t>
            </a:r>
            <a:r>
              <a:rPr lang="en-US" sz="2800" dirty="0"/>
              <a:t> </a:t>
            </a:r>
            <a:r>
              <a:rPr lang="en-US" sz="2800" dirty="0" err="1"/>
              <a:t>দ্বারা</a:t>
            </a:r>
            <a:r>
              <a:rPr lang="en-US" sz="2800" dirty="0"/>
              <a:t> </a:t>
            </a:r>
            <a:r>
              <a:rPr lang="en-US" sz="2800" dirty="0" err="1"/>
              <a:t>সিদ্ধি</a:t>
            </a:r>
            <a:r>
              <a:rPr lang="en-US" sz="2800" dirty="0"/>
              <a:t> </a:t>
            </a:r>
            <a:r>
              <a:rPr lang="en-US" sz="2800" dirty="0" err="1"/>
              <a:t>লাভ</a:t>
            </a:r>
            <a:r>
              <a:rPr lang="en-US" sz="2800" dirty="0"/>
              <a:t> </a:t>
            </a:r>
            <a:r>
              <a:rPr lang="en-US" sz="2800" dirty="0" err="1"/>
              <a:t>করে</a:t>
            </a:r>
            <a:r>
              <a:rPr lang="en-US" sz="2800" dirty="0"/>
              <a:t> </a:t>
            </a:r>
            <a:r>
              <a:rPr lang="en-US" sz="2800" dirty="0" err="1"/>
              <a:t>পরম</a:t>
            </a:r>
            <a:r>
              <a:rPr lang="en-US" sz="2800" dirty="0"/>
              <a:t> </a:t>
            </a:r>
            <a:r>
              <a:rPr lang="en-US" sz="2800" dirty="0" err="1"/>
              <a:t>গতি</a:t>
            </a:r>
            <a:r>
              <a:rPr lang="en-US" sz="2800" dirty="0"/>
              <a:t> </a:t>
            </a:r>
            <a:r>
              <a:rPr lang="en-US" sz="2800" dirty="0" err="1"/>
              <a:t>লাভ</a:t>
            </a:r>
            <a:r>
              <a:rPr lang="en-US" sz="2800" dirty="0"/>
              <a:t> </a:t>
            </a:r>
            <a:r>
              <a:rPr lang="en-US" sz="2800" dirty="0" err="1"/>
              <a:t>করেন</a:t>
            </a:r>
            <a:r>
              <a:rPr lang="en-US" sz="2800" dirty="0"/>
              <a:t>।"</a:t>
            </a:r>
          </a:p>
          <a:p>
            <a:r>
              <a:rPr lang="en-US" sz="2800" dirty="0"/>
              <a:t> -</a:t>
            </a:r>
            <a:r>
              <a:rPr lang="en-US" sz="2800" dirty="0" err="1"/>
              <a:t>শ্রীমদ্ভগবদ্গীতা</a:t>
            </a:r>
            <a:r>
              <a:rPr lang="en-US" sz="2800" dirty="0"/>
              <a:t> ৬/৪৩-৪৪।</a:t>
            </a:r>
          </a:p>
        </p:txBody>
      </p:sp>
      <p:sp>
        <p:nvSpPr>
          <p:cNvPr id="1048756" name="Rectangle 1048755"/>
          <p:cNvSpPr>
            <a:spLocks noGrp="1"/>
          </p:cNvSpPr>
          <p:nvPr/>
        </p:nvSpPr>
        <p:spPr>
          <a:xfrm>
            <a:off x="1143000" y="796549"/>
            <a:ext cx="6858000" cy="211820"/>
          </a:xfrm>
          <a:prstGeom prst="rect">
            <a:avLst/>
          </a:prstGeom>
        </p:spPr>
        <p:txBody>
          <a:bodyPr vert="horz" lIns="91440" tIns="45720" rIns="91440" bIns="45720" anchor="b"/>
          <a:lstStyle>
            <a:lvl1pPr algn="ctr" fontAlgn="base">
              <a:spcBef>
                <a:spcPct val="0"/>
              </a:spcBef>
              <a:spcAft>
                <a:spcPct val="0"/>
              </a:spcAft>
              <a:defRPr sz="6000" kern="1200">
                <a:solidFill>
                  <a:srgbClr val="000000"/>
                </a:solidFill>
                <a:latin typeface="+mj-lt"/>
                <a:ea typeface="+mj-ea"/>
                <a:cs typeface="+mj-cs"/>
              </a:defRPr>
            </a:lvl1pPr>
            <a:lvl2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r>
              <a:rPr lang="en-US" sz="4400" b="1" u="sng">
                <a:effectLst>
                  <a:outerShdw blurRad="38100" dist="38100" dir="2700000" algn="br" rotWithShape="0">
                    <a:srgbClr val="000000"/>
                  </a:outerShdw>
                </a:effectLst>
                <a:cs typeface="Arial"/>
              </a:rPr>
              <a:t>যোগভ্রষ্ট</a:t>
            </a:r>
            <a:r>
              <a:rPr lang="en-US" sz="4400" b="1" u="sng">
                <a:effectLst>
                  <a:outerShdw blurRad="38100" dist="38100" dir="2700000" algn="br" rotWithShape="0">
                    <a:srgbClr val="000000"/>
                  </a:outerShdw>
                </a:effectLst>
                <a:latin typeface="Arial"/>
              </a:rPr>
              <a:t> </a:t>
            </a:r>
            <a:r>
              <a:rPr lang="en-US" sz="4400" b="1" u="sng">
                <a:effectLst>
                  <a:outerShdw blurRad="38100" dist="38100" dir="2700000" algn="br" rotWithShape="0">
                    <a:srgbClr val="000000"/>
                  </a:outerShdw>
                </a:effectLst>
                <a:cs typeface="Arial"/>
              </a:rPr>
              <a:t>হলে</a:t>
            </a:r>
            <a:r>
              <a:rPr lang="en-US" sz="4400" b="1" u="sng">
                <a:effectLst>
                  <a:outerShdw blurRad="38100" dist="38100" dir="2700000" algn="br" rotWithShape="0">
                    <a:srgbClr val="000000"/>
                  </a:outerShdw>
                </a:effectLst>
                <a:latin typeface="Arial"/>
              </a:rPr>
              <a:t> </a:t>
            </a:r>
            <a:r>
              <a:rPr lang="en-US" sz="4400" b="1" u="sng">
                <a:effectLst>
                  <a:outerShdw blurRad="38100" dist="38100" dir="2700000" algn="br" rotWithShape="0">
                    <a:srgbClr val="000000"/>
                  </a:outerShdw>
                </a:effectLst>
                <a:cs typeface="Arial"/>
              </a:rPr>
              <a:t>কি</a:t>
            </a:r>
            <a:r>
              <a:rPr lang="en-US" sz="4400" b="1" u="sng">
                <a:effectLst>
                  <a:outerShdw blurRad="38100" dist="38100" dir="2700000" algn="br" rotWithShape="0">
                    <a:srgbClr val="000000"/>
                  </a:outerShdw>
                </a:effectLst>
                <a:latin typeface="Arial"/>
              </a:rPr>
              <a:t> </a:t>
            </a:r>
            <a:r>
              <a:rPr lang="en-US" sz="4400" b="1" u="sng">
                <a:effectLst>
                  <a:outerShdw blurRad="38100" dist="38100" dir="2700000" algn="br" rotWithShape="0">
                    <a:srgbClr val="000000"/>
                  </a:outerShdw>
                </a:effectLst>
                <a:cs typeface="Arial"/>
              </a:rPr>
              <a:t>হয়</a:t>
            </a:r>
            <a:r>
              <a:rPr lang="en-US" sz="4400" b="1" u="sng">
                <a:effectLst>
                  <a:outerShdw blurRad="38100" dist="38100" dir="2700000" algn="br" rotWithShape="0">
                    <a:srgbClr val="000000"/>
                  </a:outerShdw>
                </a:effectLst>
                <a:latin typeface="Arial"/>
              </a:rPr>
              <a:t>?</a:t>
            </a:r>
            <a:endParaRPr lang="en-US" sz="4400" b="1" u="sng">
              <a:effectLst>
                <a:outerShdw blurRad="38100" dist="38100" dir="2700000" algn="br" rotWithShape="0">
                  <a:srgbClr val="000000"/>
                </a:outerShdw>
              </a:effectLst>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7" name="Subtitle 1048596"/>
          <p:cNvSpPr>
            <a:spLocks noGrp="1"/>
          </p:cNvSpPr>
          <p:nvPr>
            <p:ph type="subTitle" idx="1"/>
          </p:nvPr>
        </p:nvSpPr>
        <p:spPr>
          <a:xfrm>
            <a:off x="127611" y="1527453"/>
            <a:ext cx="8736390" cy="4826039"/>
          </a:xfrm>
        </p:spPr>
        <p:txBody>
          <a:bodyPr/>
          <a:lstStyle/>
          <a:p>
            <a:r>
              <a:rPr lang="en-US" sz="2800"/>
              <a:t>"তত্ এই শব্দ উচ্চারণ করে মুমূক্ষ ব্যক্তিরা ফলের আকাঙ্খা না করে নানা প্রকার যজ্ঞ, তপস্যা, দান আদি কর্মের অনুষ্ঠান করেন।</a:t>
            </a:r>
          </a:p>
          <a:p>
            <a:endParaRPr lang="en-US" sz="2800"/>
          </a:p>
          <a:p>
            <a:r>
              <a:rPr lang="en-US" sz="2800"/>
              <a:t>হে পার্থ, সৎভাবে ও সাধুভাবে সম্পাদন করার জন্য সত্ এই তৃতীয় ব্রহ্ম বাচক শব্দটি প্রযুক্ত হয়। যজ্ঞ ,তপস্যা ও দানেও পরমেশ্বর ভগবানের প্রীতি সম্পাদনের জন্য যেটা অনুষ্ঠিত হয়েছে তা নির্দেশ করার জন্য সত্ শব্দটি ব্যবহৃত হয়।"</a:t>
            </a:r>
          </a:p>
          <a:p>
            <a:endParaRPr lang="en-US" sz="2800"/>
          </a:p>
          <a:p>
            <a:r>
              <a:rPr lang="en-US" sz="2800"/>
              <a:t>-শ্রীমদ্ভগবদ্গীতা ১৭/২৫-২৭।</a:t>
            </a:r>
          </a:p>
        </p:txBody>
      </p:sp>
      <p:sp>
        <p:nvSpPr>
          <p:cNvPr id="1048598" name="Title 1"/>
          <p:cNvSpPr/>
          <p:nvPr/>
        </p:nvSpPr>
        <p:spPr>
          <a:xfrm>
            <a:off x="457200" y="203200"/>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kern="1200" baseline="0">
                <a:solidFill>
                  <a:srgbClr val="000000"/>
                </a:solidFill>
                <a:latin typeface="Arial" charset="0"/>
                <a:ea typeface="Arial" charset="0"/>
                <a:cs typeface="+mj-cs"/>
                <a:sym typeface="Arial" charset="0"/>
              </a:defRPr>
            </a:lvl1pPr>
            <a:lvl2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2pPr>
            <a:lvl3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3pPr>
            <a:lvl4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4pPr>
            <a:lvl5pPr algn="ctr" rtl="0" eaLnBrk="0" fontAlgn="base" hangingPunct="0">
              <a:spcBef>
                <a:spcPct val="0"/>
              </a:spcBef>
              <a:spcAft>
                <a:spcPct val="0"/>
              </a:spcAft>
              <a:defRPr sz="4400">
                <a:solidFill>
                  <a:srgbClr val="000000"/>
                </a:solidFill>
                <a:latin typeface="Arial" panose="020B0604020202020204" pitchFamily="34" charset="0"/>
                <a:cs typeface="Arial" panose="020B0604020202020204" pitchFamily="34" charset="0"/>
              </a:defRPr>
            </a:lvl5pPr>
            <a:lvl6pPr marL="4572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6pPr>
            <a:lvl7pPr marL="9144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7pPr>
            <a:lvl8pPr marL="13716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8pPr>
            <a:lvl9pPr marL="1828800" algn="ctr" rtl="0" fontAlgn="base">
              <a:spcBef>
                <a:spcPct val="0"/>
              </a:spcBef>
              <a:spcAft>
                <a:spcPct val="0"/>
              </a:spcAft>
              <a:defRPr sz="4400">
                <a:solidFill>
                  <a:srgbClr val="000000"/>
                </a:solidFill>
                <a:latin typeface="Arial" panose="020B0604020202020204" pitchFamily="34" charset="0"/>
                <a:cs typeface="Arial" panose="020B0604020202020204" pitchFamily="34" charset="0"/>
              </a:defRPr>
            </a:lvl9pPr>
          </a:lstStyle>
          <a:p>
            <a:pPr lvl="0"/>
            <a:r>
              <a:rPr lang="as-IN" altLang="en-US" sz="4400" u="sng">
                <a:effectLst>
                  <a:outerShdw blurRad="38100" dist="38100" dir="2700000" algn="br" rotWithShape="0">
                    <a:srgbClr val="000000"/>
                  </a:outerShdw>
                </a:effectLst>
                <a:latin typeface="NikoshBAN" pitchFamily="2" charset="0"/>
                <a:ea typeface="NikoshBAN" pitchFamily="2" charset="0"/>
              </a:rPr>
              <a:t>'</a:t>
            </a:r>
            <a:r>
              <a:rPr lang="en-IN" altLang="en-IN" sz="4400" b="1" u="sng">
                <a:effectLst>
                  <a:outerShdw blurRad="38100" dist="38100" dir="2700000" algn="br" rotWithShape="0">
                    <a:srgbClr val="000000"/>
                  </a:outerShdw>
                </a:effectLst>
                <a:latin typeface="NikoshBAN" pitchFamily="2" charset="0"/>
                <a:ea typeface="NikoshBAN" pitchFamily="2" charset="0"/>
                <a:cs typeface="Arial"/>
              </a:rPr>
              <a:t>ॐ</a:t>
            </a:r>
            <a:r>
              <a:rPr lang="es-ES" altLang="en-US" b="1" u="sng">
                <a:solidFill>
                  <a:srgbClr val="000000"/>
                </a:solidFill>
                <a:effectLst>
                  <a:outerShdw blurRad="38100" dist="38100" dir="2700000" algn="br" rotWithShape="0">
                    <a:srgbClr val="000000"/>
                  </a:outerShdw>
                </a:effectLst>
                <a:latin typeface="NikoshBAN" pitchFamily="2" charset="0"/>
                <a:ea typeface="NikoshBAN" pitchFamily="2" charset="0"/>
              </a:rPr>
              <a:t> তৎ সৎ’</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Title 1"/>
          <p:cNvSpPr>
            <a:spLocks noGrp="1"/>
          </p:cNvSpPr>
          <p:nvPr>
            <p:ph type="title"/>
          </p:nvPr>
        </p:nvSpPr>
        <p:spPr>
          <a:xfrm>
            <a:off x="457200" y="203200"/>
            <a:ext cx="8229600" cy="1143000"/>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pPr lvl="0"/>
            <a:r>
              <a:rPr lang="en-US" altLang="en-US" sz="4400" b="1" u="sng" dirty="0">
                <a:solidFill>
                  <a:schemeClr val="dk1"/>
                </a:solidFill>
                <a:effectLst>
                  <a:outerShdw blurRad="38100" dist="38100" dir="2700000" algn="br" rotWithShape="0">
                    <a:srgbClr val="000000"/>
                  </a:outerShdw>
                </a:effectLst>
                <a:latin typeface="NikoshBAN" pitchFamily="2" charset="0"/>
                <a:ea typeface="NikoshBAN" pitchFamily="2" charset="0"/>
              </a:rPr>
              <a:t>"</a:t>
            </a:r>
            <a:r>
              <a:rPr lang="en-US" altLang="en-US" sz="4400" b="1" u="sng" dirty="0" err="1">
                <a:solidFill>
                  <a:schemeClr val="dk1"/>
                </a:solidFill>
                <a:effectLst>
                  <a:outerShdw blurRad="38100" dist="38100" dir="2700000" algn="br" rotWithShape="0">
                    <a:srgbClr val="000000"/>
                  </a:outerShdw>
                </a:effectLst>
                <a:latin typeface="NikoshBAN" pitchFamily="2" charset="0"/>
                <a:ea typeface="NikoshBAN" pitchFamily="2" charset="0"/>
              </a:rPr>
              <a:t>প্রার্থনা</a:t>
            </a:r>
            <a:r>
              <a:rPr lang="en-US" altLang="en-US" sz="4400" b="1" u="sng" dirty="0">
                <a:solidFill>
                  <a:schemeClr val="dk1"/>
                </a:solidFill>
                <a:effectLst>
                  <a:outerShdw blurRad="38100" dist="38100" dir="2700000" algn="br" rotWithShape="0">
                    <a:srgbClr val="000000"/>
                  </a:outerShdw>
                </a:effectLst>
                <a:latin typeface="NikoshBAN" pitchFamily="2" charset="0"/>
                <a:ea typeface="NikoshBAN" pitchFamily="2" charset="0"/>
              </a:rPr>
              <a:t>"</a:t>
            </a:r>
            <a:endParaRPr lang="es-ES" altLang="en-US" b="1" u="sng" dirty="0">
              <a:solidFill>
                <a:schemeClr val="dk1"/>
              </a:solidFill>
              <a:effectLst>
                <a:outerShdw blurRad="38100" dist="38100" dir="2700000" algn="br" rotWithShape="0">
                  <a:srgbClr val="000000"/>
                </a:outerShdw>
              </a:effectLst>
              <a:latin typeface="NikoshBAN" pitchFamily="2" charset="0"/>
              <a:ea typeface="NikoshBAN" pitchFamily="2" charset="0"/>
            </a:endParaRPr>
          </a:p>
        </p:txBody>
      </p:sp>
      <p:sp>
        <p:nvSpPr>
          <p:cNvPr id="1048596" name="Content Placeholder 2"/>
          <p:cNvSpPr>
            <a:spLocks noGrp="1"/>
          </p:cNvSpPr>
          <p:nvPr>
            <p:ph idx="1"/>
          </p:nvPr>
        </p:nvSpPr>
        <p:spPr>
          <a:xfrm>
            <a:off x="381000" y="1524000"/>
            <a:ext cx="8424862" cy="4997450"/>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lgn="ctr">
              <a:buFontTx/>
              <a:buNone/>
            </a:pPr>
            <a:r>
              <a:rPr lang="as-IN" altLang="en-US" sz="2800" b="0" dirty="0">
                <a:latin typeface="NikoshBAN" pitchFamily="2" charset="0"/>
                <a:ea typeface="NikoshBAN" pitchFamily="2" charset="0"/>
              </a:rPr>
              <a:t>"ও</a:t>
            </a:r>
            <a:r>
              <a:rPr lang="en-US" altLang="en-US" sz="2800" b="0" dirty="0">
                <a:latin typeface="NikoshBAN" pitchFamily="2" charset="0"/>
                <a:ea typeface="NikoshBAN" pitchFamily="2" charset="0"/>
              </a:rPr>
              <a:t>৩ম</a:t>
            </a:r>
            <a:r>
              <a:rPr lang="as-IN" altLang="en-US" sz="2800" b="0" dirty="0">
                <a:latin typeface="NikoshBAN" pitchFamily="2" charset="0"/>
                <a:ea typeface="NikoshBAN" pitchFamily="2" charset="0"/>
              </a:rPr>
              <a:t> অসতো মা সদ্গম</a:t>
            </a:r>
            <a:r>
              <a:rPr lang="en-US" altLang="en-US" sz="2800" b="0" dirty="0">
                <a:latin typeface="NikoshBAN" pitchFamily="2" charset="0"/>
                <a:ea typeface="NikoshBAN" pitchFamily="2" charset="0"/>
              </a:rPr>
              <a:t>য়।</a:t>
            </a:r>
          </a:p>
          <a:p>
            <a:pPr marL="0" lvl="0" indent="0" algn="ctr">
              <a:buFontTx/>
              <a:buNone/>
            </a:pPr>
            <a:r>
              <a:rPr lang="as-IN" altLang="en-US" sz="2800" b="0" dirty="0">
                <a:latin typeface="NikoshBAN" pitchFamily="2" charset="0"/>
                <a:ea typeface="NikoshBAN" pitchFamily="2" charset="0"/>
              </a:rPr>
              <a:t>তমসো মা জ্যোতির্গম</a:t>
            </a:r>
            <a:r>
              <a:rPr lang="en-US" altLang="en-US" sz="2800" b="0" dirty="0">
                <a:latin typeface="NikoshBAN" pitchFamily="2" charset="0"/>
                <a:ea typeface="NikoshBAN" pitchFamily="2" charset="0"/>
              </a:rPr>
              <a:t>য়।</a:t>
            </a:r>
          </a:p>
          <a:p>
            <a:pPr marL="0" lvl="0" indent="0" algn="ctr">
              <a:buFontTx/>
              <a:buNone/>
            </a:pPr>
            <a:r>
              <a:rPr lang="as-IN" altLang="en-US" sz="2800" b="0" dirty="0">
                <a:latin typeface="NikoshBAN" pitchFamily="2" charset="0"/>
                <a:ea typeface="NikoshBAN" pitchFamily="2" charset="0"/>
              </a:rPr>
              <a:t>মৃত্যোর্মামৃতং</a:t>
            </a:r>
            <a:r>
              <a:rPr lang="en-US" altLang="en-US" sz="2800" b="0" dirty="0">
                <a:latin typeface="NikoshBAN" pitchFamily="2" charset="0"/>
                <a:ea typeface="NikoshBAN" pitchFamily="2" charset="0"/>
              </a:rPr>
              <a:t> </a:t>
            </a:r>
            <a:r>
              <a:rPr lang="as-IN" altLang="en-US" sz="2800" b="0" dirty="0">
                <a:latin typeface="NikoshBAN" pitchFamily="2" charset="0"/>
                <a:ea typeface="NikoshBAN" pitchFamily="2" charset="0"/>
              </a:rPr>
              <a:t>গম</a:t>
            </a:r>
            <a:r>
              <a:rPr lang="en-US" altLang="en-US" sz="2800" b="0" dirty="0">
                <a:latin typeface="NikoshBAN" pitchFamily="2" charset="0"/>
                <a:ea typeface="NikoshBAN" pitchFamily="2" charset="0"/>
              </a:rPr>
              <a:t>য়।” </a:t>
            </a:r>
            <a:endParaRPr lang="zh-CN" altLang="en-US" sz="2800" b="0" dirty="0"/>
          </a:p>
          <a:p>
            <a:pPr marL="0" lvl="0" indent="0" algn="ctr">
              <a:buFontTx/>
              <a:buNone/>
            </a:pPr>
            <a:r>
              <a:rPr lang="as-IN" altLang="en-US" sz="2800" b="0" dirty="0">
                <a:latin typeface="NikoshBAN" pitchFamily="2" charset="0"/>
                <a:ea typeface="NikoshBAN" pitchFamily="2" charset="0"/>
              </a:rPr>
              <a:t>(</a:t>
            </a:r>
            <a:r>
              <a:rPr lang="bn-IN" altLang="en-US" sz="2800" b="0" dirty="0">
                <a:latin typeface="NikoshBAN" pitchFamily="2" charset="0"/>
                <a:ea typeface="NikoshBAN" pitchFamily="2" charset="0"/>
              </a:rPr>
              <a:t>বৃহদারণ্যক উপনিষদ্‌ ১।৩।২৮</a:t>
            </a:r>
            <a:r>
              <a:rPr lang="as-IN" altLang="en-US" sz="2800" b="0" dirty="0">
                <a:latin typeface="NikoshBAN" pitchFamily="2" charset="0"/>
                <a:ea typeface="NikoshBAN" pitchFamily="2" charset="0"/>
              </a:rPr>
              <a:t>)</a:t>
            </a:r>
          </a:p>
          <a:p>
            <a:pPr marL="0" lvl="0" indent="0" algn="ctr">
              <a:buFontTx/>
              <a:buNone/>
            </a:pPr>
            <a:endParaRPr lang="as-IN" altLang="en-US" sz="2800" b="0" dirty="0">
              <a:latin typeface="NikoshBAN" pitchFamily="2" charset="0"/>
              <a:ea typeface="NikoshBAN" pitchFamily="2" charset="0"/>
            </a:endParaRPr>
          </a:p>
          <a:p>
            <a:pPr marL="0" lvl="0" indent="0" algn="ctr">
              <a:buFontTx/>
              <a:buNone/>
            </a:pPr>
            <a:r>
              <a:rPr lang="as-IN" altLang="en-US" sz="2800" b="0" dirty="0">
                <a:latin typeface="NikoshBAN" pitchFamily="2" charset="0"/>
                <a:ea typeface="NikoshBAN" pitchFamily="2" charset="0"/>
              </a:rPr>
              <a:t>সরলার্থঃ </a:t>
            </a:r>
            <a:r>
              <a:rPr lang="en-US" altLang="en-US" sz="2800" b="0" dirty="0">
                <a:latin typeface="NikoshBAN" pitchFamily="2" charset="0"/>
                <a:ea typeface="NikoshBAN" pitchFamily="2" charset="0"/>
              </a:rPr>
              <a:t>“</a:t>
            </a:r>
            <a:r>
              <a:rPr lang="en-US" altLang="en-US" sz="2800" b="0" dirty="0" err="1">
                <a:latin typeface="NikoshBAN" pitchFamily="2" charset="0"/>
                <a:ea typeface="NikoshBAN" pitchFamily="2" charset="0"/>
              </a:rPr>
              <a:t>হে</a:t>
            </a:r>
            <a:r>
              <a:rPr lang="en-US" altLang="en-US" sz="2800" b="0" dirty="0">
                <a:latin typeface="NikoshBAN" pitchFamily="2" charset="0"/>
                <a:ea typeface="NikoshBAN" pitchFamily="2" charset="0"/>
              </a:rPr>
              <a:t> </a:t>
            </a:r>
            <a:r>
              <a:rPr lang="en-US" altLang="en-US" sz="2800" b="0" dirty="0" err="1">
                <a:latin typeface="NikoshBAN" pitchFamily="2" charset="0"/>
                <a:ea typeface="NikoshBAN" pitchFamily="2" charset="0"/>
              </a:rPr>
              <a:t>পরমেশ্বর</a:t>
            </a:r>
            <a:r>
              <a:rPr lang="en-US" altLang="en-US" sz="2800" b="0" dirty="0">
                <a:latin typeface="NikoshBAN" pitchFamily="2" charset="0"/>
                <a:ea typeface="NikoshBAN" pitchFamily="2" charset="0"/>
              </a:rPr>
              <a:t>, </a:t>
            </a:r>
            <a:r>
              <a:rPr lang="as-IN" altLang="en-US" sz="2800" b="0" dirty="0">
                <a:latin typeface="NikoshBAN" pitchFamily="2" charset="0"/>
                <a:ea typeface="NikoshBAN" pitchFamily="2" charset="0"/>
              </a:rPr>
              <a:t>অসত্য থেকে আমাকে সত্যে নি</a:t>
            </a:r>
            <a:r>
              <a:rPr lang="en-US" altLang="en-US" sz="2800" b="0" dirty="0" err="1">
                <a:latin typeface="NikoshBAN" pitchFamily="2" charset="0"/>
                <a:ea typeface="NikoshBAN" pitchFamily="2" charset="0"/>
              </a:rPr>
              <a:t>য়ে</a:t>
            </a:r>
            <a:r>
              <a:rPr lang="as-IN" altLang="en-US" sz="2800" b="0" dirty="0">
                <a:latin typeface="NikoshBAN" pitchFamily="2" charset="0"/>
                <a:ea typeface="NikoshBAN" pitchFamily="2" charset="0"/>
              </a:rPr>
              <a:t> যাও, অন্ধকার থেকে আমাকে আলোতে নি</a:t>
            </a:r>
            <a:r>
              <a:rPr lang="en-US" altLang="en-US" sz="2800" b="0" dirty="0" err="1">
                <a:latin typeface="NikoshBAN" pitchFamily="2" charset="0"/>
                <a:ea typeface="NikoshBAN" pitchFamily="2" charset="0"/>
              </a:rPr>
              <a:t>য়ে</a:t>
            </a:r>
            <a:r>
              <a:rPr lang="as-IN" altLang="en-US" sz="2800" b="0" dirty="0">
                <a:latin typeface="NikoshBAN" pitchFamily="2" charset="0"/>
                <a:ea typeface="NikoshBAN" pitchFamily="2" charset="0"/>
              </a:rPr>
              <a:t> যাও, মৃত্যু থেকে আমাকে অমৃতে নি</a:t>
            </a:r>
            <a:r>
              <a:rPr lang="en-US" altLang="en-US" sz="2800" b="0" dirty="0" err="1">
                <a:latin typeface="NikoshBAN" pitchFamily="2" charset="0"/>
                <a:ea typeface="NikoshBAN" pitchFamily="2" charset="0"/>
              </a:rPr>
              <a:t>য়ে</a:t>
            </a:r>
            <a:r>
              <a:rPr lang="as-IN" altLang="en-US" sz="2800" b="0" dirty="0">
                <a:latin typeface="NikoshBAN" pitchFamily="2" charset="0"/>
                <a:ea typeface="NikoshBAN" pitchFamily="2" charset="0"/>
              </a:rPr>
              <a:t> যাও।</a:t>
            </a:r>
            <a:r>
              <a:rPr lang="en-US" altLang="en-US" sz="2800" b="0" dirty="0">
                <a:latin typeface="NikoshBAN" pitchFamily="2" charset="0"/>
                <a:ea typeface="NikoshBAN" pitchFamily="2" charset="0"/>
              </a:rPr>
              <a:t>”</a:t>
            </a:r>
          </a:p>
          <a:p>
            <a:pPr marL="0" lvl="0" indent="0">
              <a:buFontTx/>
              <a:buNone/>
            </a:pPr>
            <a:br>
              <a:rPr lang="en-US" altLang="en-US" sz="2800" b="0" dirty="0"/>
            </a:br>
            <a:endParaRPr lang="en-US" altLang="en-US" sz="2800" b="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F8BC9-E516-FB13-861B-30E9CDBC434A}"/>
              </a:ext>
            </a:extLst>
          </p:cNvPr>
          <p:cNvSpPr>
            <a:spLocks noGrp="1"/>
          </p:cNvSpPr>
          <p:nvPr>
            <p:ph type="title"/>
          </p:nvPr>
        </p:nvSpPr>
        <p:spPr/>
        <p:txBody>
          <a:bodyPr/>
          <a:lstStyle/>
          <a:p>
            <a:r>
              <a:rPr lang="en-US" b="1" dirty="0" err="1">
                <a:latin typeface="NikoshBAN"/>
              </a:rPr>
              <a:t>কার</a:t>
            </a:r>
            <a:r>
              <a:rPr lang="en-US" b="1" dirty="0">
                <a:latin typeface="NikoshBAN"/>
              </a:rPr>
              <a:t> </a:t>
            </a:r>
            <a:r>
              <a:rPr lang="en-US" b="1" dirty="0" err="1">
                <a:latin typeface="NikoshBAN"/>
              </a:rPr>
              <a:t>শরণাগত</a:t>
            </a:r>
            <a:r>
              <a:rPr lang="en-US" b="1" dirty="0">
                <a:latin typeface="NikoshBAN"/>
              </a:rPr>
              <a:t> </a:t>
            </a:r>
            <a:r>
              <a:rPr lang="en-US" b="1" dirty="0" err="1">
                <a:latin typeface="NikoshBAN"/>
              </a:rPr>
              <a:t>হবো</a:t>
            </a:r>
            <a:r>
              <a:rPr lang="en-US" b="1" dirty="0">
                <a:latin typeface="NikoshBAN"/>
              </a:rPr>
              <a:t>?</a:t>
            </a:r>
          </a:p>
        </p:txBody>
      </p:sp>
      <p:sp>
        <p:nvSpPr>
          <p:cNvPr id="3" name="Content Placeholder 2">
            <a:extLst>
              <a:ext uri="{FF2B5EF4-FFF2-40B4-BE49-F238E27FC236}">
                <a16:creationId xmlns:a16="http://schemas.microsoft.com/office/drawing/2014/main" id="{56BDEFF7-7C82-2025-1F8A-B6C41D3137EA}"/>
              </a:ext>
            </a:extLst>
          </p:cNvPr>
          <p:cNvSpPr>
            <a:spLocks noGrp="1"/>
          </p:cNvSpPr>
          <p:nvPr>
            <p:ph idx="1"/>
          </p:nvPr>
        </p:nvSpPr>
        <p:spPr>
          <a:xfrm>
            <a:off x="488950" y="1944914"/>
            <a:ext cx="8229600" cy="4525962"/>
          </a:xfrm>
        </p:spPr>
        <p:txBody>
          <a:bodyPr/>
          <a:lstStyle/>
          <a:p>
            <a:pPr marL="0" indent="0" algn="ctr">
              <a:buNone/>
            </a:pPr>
            <a:r>
              <a:rPr lang="en-US" dirty="0">
                <a:latin typeface="NikoshBAN"/>
              </a:rPr>
              <a:t>“</a:t>
            </a:r>
            <a:r>
              <a:rPr lang="as-IN" dirty="0">
                <a:latin typeface="NikoshBAN"/>
              </a:rPr>
              <a:t>যেই পরমশ্বের ভগবান থেকে সব কিছু সৃষ্টি হয়েছে এবং অনাদিকাল থেকে তারই অনুসরণ করছে, সেই পরম পুরুষের শ</a:t>
            </a:r>
            <a:r>
              <a:rPr lang="en-US" dirty="0" err="1">
                <a:latin typeface="NikoshBAN"/>
              </a:rPr>
              <a:t>রণা</a:t>
            </a:r>
            <a:r>
              <a:rPr lang="as-IN" dirty="0">
                <a:latin typeface="NikoshBAN"/>
              </a:rPr>
              <a:t>গত হও।</a:t>
            </a:r>
            <a:r>
              <a:rPr lang="en-US" dirty="0">
                <a:latin typeface="NikoshBAN"/>
              </a:rPr>
              <a:t>” (</a:t>
            </a:r>
            <a:r>
              <a:rPr lang="en-US" dirty="0" err="1">
                <a:latin typeface="NikoshBAN"/>
              </a:rPr>
              <a:t>গীতা</a:t>
            </a:r>
            <a:r>
              <a:rPr lang="en-US" dirty="0">
                <a:latin typeface="NikoshBAN"/>
              </a:rPr>
              <a:t> ১৫/৪)</a:t>
            </a:r>
          </a:p>
        </p:txBody>
      </p:sp>
    </p:spTree>
    <p:extLst>
      <p:ext uri="{BB962C8B-B14F-4D97-AF65-F5344CB8AC3E}">
        <p14:creationId xmlns:p14="http://schemas.microsoft.com/office/powerpoint/2010/main" val="152101958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
          <p:cNvSpPr>
            <a:spLocks noGrp="1"/>
          </p:cNvSpPr>
          <p:nvPr>
            <p:ph type="title"/>
          </p:nvPr>
        </p:nvSpPr>
        <p:spPr>
          <a:xfrm>
            <a:off x="457200" y="771737"/>
            <a:ext cx="8229600" cy="2296945"/>
          </a:xfrm>
          <a:prstGeom prst="rect">
            <a:avLst/>
          </a:prstGeom>
          <a:noFill/>
          <a:ln>
            <a:noFill/>
          </a:ln>
        </p:spPr>
        <p:txBody>
          <a:bodyPr vert="horz" lIns="91440" tIns="45720" rIns="91440" bIns="45720" anchor="ctr"/>
          <a:lstStyle>
            <a:lvl1pPr marL="0" indent="0" algn="ctr" rtl="0" eaLnBrk="0" fontAlgn="base" latinLnBrk="0" hangingPunct="0">
              <a:lnSpc>
                <a:spcPct val="100000"/>
              </a:lnSpc>
              <a:spcBef>
                <a:spcPct val="0"/>
              </a:spcBef>
              <a:spcAft>
                <a:spcPct val="0"/>
              </a:spcAft>
              <a:buFontTx/>
              <a:buNone/>
              <a:defRPr sz="4400" b="0" i="0" u="none" baseline="0">
                <a:solidFill>
                  <a:schemeClr val="lt2"/>
                </a:solidFill>
                <a:latin typeface="Arial" charset="0"/>
                <a:ea typeface="Arial" charset="0"/>
                <a:sym typeface="Arial" charset="0"/>
              </a:defRPr>
            </a:lvl1pPr>
          </a:lstStyle>
          <a:p>
            <a:r>
              <a:rPr lang="en-US" altLang="en-US" sz="4800" u="sng">
                <a:effectLst>
                  <a:outerShdw blurRad="38100" dist="38100" dir="2700000" algn="br" rotWithShape="0">
                    <a:srgbClr val="000000"/>
                  </a:outerShdw>
                </a:effectLst>
              </a:rPr>
              <a:t>ওয়েবসাইটঃ</a:t>
            </a:r>
            <a:br>
              <a:rPr lang="en-US" altLang="en-US" sz="4800" u="sng">
                <a:effectLst>
                  <a:outerShdw blurRad="38100" dist="38100" dir="2700000" algn="br" rotWithShape="0">
                    <a:srgbClr val="000000"/>
                  </a:outerShdw>
                </a:effectLst>
              </a:rPr>
            </a:br>
            <a:r>
              <a:rPr lang="en-US" altLang="en-US" sz="4800" b="1" u="none">
                <a:solidFill>
                  <a:srgbClr val="330066"/>
                </a:solidFill>
                <a:effectLst>
                  <a:outerShdw blurRad="38100" dist="38100" dir="2700000" algn="br" rotWithShape="0">
                    <a:srgbClr val="000000"/>
                  </a:outerShdw>
                </a:effectLst>
                <a:hlinkClick r:id="rId2"/>
              </a:rPr>
              <a:t>www.agniveerbangla.org</a:t>
            </a:r>
            <a:endParaRPr lang="en-US" altLang="en-US" sz="4800" u="none">
              <a:effectLst>
                <a:outerShdw blurRad="38100" dist="38100" dir="2700000" algn="br" rotWithShape="0">
                  <a:srgbClr val="000000"/>
                </a:outerShdw>
              </a:effectLst>
            </a:endParaRPr>
          </a:p>
        </p:txBody>
      </p:sp>
      <p:sp>
        <p:nvSpPr>
          <p:cNvPr id="1048587" name="Content Placeholder 2"/>
          <p:cNvSpPr>
            <a:spLocks noGrp="1"/>
          </p:cNvSpPr>
          <p:nvPr>
            <p:ph idx="1"/>
          </p:nvPr>
        </p:nvSpPr>
        <p:spPr>
          <a:xfrm>
            <a:off x="576968" y="4016758"/>
            <a:ext cx="7990063" cy="2542660"/>
          </a:xfrm>
          <a:prstGeom prst="rect">
            <a:avLst/>
          </a:prstGeom>
          <a:noFill/>
          <a:ln>
            <a:noFill/>
          </a:ln>
        </p:spPr>
        <p:txBody>
          <a:bodyPr vert="horz" lIns="91440" tIns="45720" rIns="91440" bIns="45720" anchor="t"/>
          <a:lstStyle>
            <a:lvl1pPr marL="342900" indent="-342900" algn="l" rtl="0" eaLnBrk="0" fontAlgn="base" latinLnBrk="0" hangingPunct="0">
              <a:lnSpc>
                <a:spcPct val="100000"/>
              </a:lnSpc>
              <a:spcBef>
                <a:spcPct val="20000"/>
              </a:spcBef>
              <a:spcAft>
                <a:spcPct val="0"/>
              </a:spcAft>
              <a:buSzPct val="100000"/>
              <a:buFontTx/>
              <a:buChar char="•"/>
              <a:defRPr sz="3200" b="0" i="0" u="none" baseline="0">
                <a:solidFill>
                  <a:schemeClr val="dk1"/>
                </a:solidFill>
                <a:latin typeface="Arial" charset="0"/>
                <a:ea typeface="Arial" charset="0"/>
                <a:sym typeface="Arial" charset="0"/>
              </a:defRPr>
            </a:lvl1pPr>
            <a:lvl2pPr marL="742950" indent="-285750" algn="l" rtl="0" eaLnBrk="0" fontAlgn="base" latinLnBrk="0" hangingPunct="0">
              <a:lnSpc>
                <a:spcPct val="100000"/>
              </a:lnSpc>
              <a:spcBef>
                <a:spcPct val="20000"/>
              </a:spcBef>
              <a:spcAft>
                <a:spcPct val="0"/>
              </a:spcAft>
              <a:buSzPct val="100000"/>
              <a:buFontTx/>
              <a:buChar char="–"/>
              <a:defRPr sz="2800" b="0" i="0" u="none" baseline="0">
                <a:solidFill>
                  <a:schemeClr val="dk1"/>
                </a:solidFill>
                <a:latin typeface="Arial" charset="0"/>
                <a:ea typeface="Arial" charset="0"/>
                <a:sym typeface="Arial" charset="0"/>
              </a:defRPr>
            </a:lvl2pPr>
            <a:lvl3pPr marL="1143000" indent="-228600" algn="l" rtl="0" eaLnBrk="0" fontAlgn="base" latinLnBrk="0" hangingPunct="0">
              <a:lnSpc>
                <a:spcPct val="100000"/>
              </a:lnSpc>
              <a:spcBef>
                <a:spcPct val="20000"/>
              </a:spcBef>
              <a:spcAft>
                <a:spcPct val="0"/>
              </a:spcAft>
              <a:buSzPct val="100000"/>
              <a:buFontTx/>
              <a:buChar char="•"/>
              <a:defRPr sz="2400" b="0" i="0" u="none" baseline="0">
                <a:solidFill>
                  <a:schemeClr val="dk1"/>
                </a:solidFill>
                <a:latin typeface="Arial" charset="0"/>
                <a:ea typeface="Arial" charset="0"/>
                <a:sym typeface="Arial" charset="0"/>
              </a:defRPr>
            </a:lvl3pPr>
            <a:lvl4pPr marL="16002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4pPr>
            <a:lvl5pPr marL="2057400" indent="-228600" algn="l" rtl="0" eaLnBrk="0" fontAlgn="base" latinLnBrk="0" hangingPunct="0">
              <a:lnSpc>
                <a:spcPct val="100000"/>
              </a:lnSpc>
              <a:spcBef>
                <a:spcPct val="20000"/>
              </a:spcBef>
              <a:spcAft>
                <a:spcPct val="0"/>
              </a:spcAft>
              <a:buSzPct val="100000"/>
              <a:buFontTx/>
              <a:buChar char="»"/>
              <a:defRPr sz="2000" b="0" i="0" u="none" baseline="0">
                <a:solidFill>
                  <a:schemeClr val="dk1"/>
                </a:solidFill>
                <a:latin typeface="Arial" charset="0"/>
                <a:ea typeface="Arial" charset="0"/>
                <a:sym typeface="Arial" charset="0"/>
              </a:defRPr>
            </a:lvl5pPr>
          </a:lstStyle>
          <a:p>
            <a:pPr marL="0" lvl="0" indent="0" algn="ctr">
              <a:buFontTx/>
              <a:buNone/>
            </a:pPr>
            <a:r>
              <a:rPr lang="en-US" altLang="en-US" sz="4800" b="1" u="sng">
                <a:solidFill>
                  <a:srgbClr val="36363D"/>
                </a:solidFill>
                <a:effectLst>
                  <a:outerShdw blurRad="38100" dist="38100" dir="2700000" algn="br" rotWithShape="0">
                    <a:srgbClr val="000000"/>
                  </a:outerShdw>
                </a:effectLst>
              </a:rPr>
              <a:t>ফেসবুক পেজঃ  </a:t>
            </a:r>
            <a:r>
              <a:rPr lang="en-US" altLang="en-US" sz="4800" b="1" u="sng">
                <a:solidFill>
                  <a:srgbClr val="330066"/>
                </a:solidFill>
                <a:effectLst>
                  <a:outerShdw blurRad="38100" dist="38100" dir="2700000" algn="br" rotWithShape="0">
                    <a:srgbClr val="000000"/>
                  </a:outerShdw>
                </a:effectLst>
              </a:rPr>
              <a:t>  </a:t>
            </a:r>
          </a:p>
          <a:p>
            <a:pPr marL="0" lvl="0" indent="0" algn="ctr">
              <a:buFontTx/>
              <a:buNone/>
            </a:pPr>
            <a:r>
              <a:rPr lang="en-US" altLang="en-US" sz="4800" b="1" u="none">
                <a:solidFill>
                  <a:srgbClr val="330066"/>
                </a:solidFill>
                <a:effectLst>
                  <a:outerShdw blurRad="38100" dist="38100" dir="2700000" algn="br" rotWithShape="0">
                    <a:srgbClr val="000000"/>
                  </a:outerShdw>
                </a:effectLst>
              </a:rPr>
              <a:t>বাংলাদেশ অগ্নিবীর</a:t>
            </a:r>
          </a:p>
        </p:txBody>
      </p:sp>
    </p:spTree>
  </p:cSld>
  <p:clrMapOvr>
    <a:masterClrMapping/>
  </p:clrMapOvr>
</p:sld>
</file>

<file path=ppt/theme/theme1.xml><?xml version="1.0" encoding="utf-8"?>
<a:theme xmlns:a="http://schemas.openxmlformats.org/drawingml/2006/main" name="Office 主题">
  <a:themeElements>
    <a:clrScheme name="Default Color Scheme">
      <a:dk1>
        <a:srgbClr val="000000"/>
      </a:dk1>
      <a:lt1>
        <a:srgbClr val="FFFFFF"/>
      </a:lt1>
      <a:dk2>
        <a:srgbClr val="808080"/>
      </a:dk2>
      <a:lt2>
        <a:srgbClr val="00000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Color Scheme 1">
        <a:dk1>
          <a:srgbClr val="000000"/>
        </a:dk1>
        <a:lt1>
          <a:srgbClr val="FFFFFF"/>
        </a:lt1>
        <a:dk2>
          <a:srgbClr val="808080"/>
        </a:dk2>
        <a:lt2>
          <a:srgbClr val="00000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extraClrScheme>
    <a:extraClrScheme>
      <a:clrScheme name="Default Color Scheme 2">
        <a:dk1>
          <a:srgbClr val="000000"/>
        </a:dk1>
        <a:lt1>
          <a:srgbClr val="FFFFFF"/>
        </a:lt1>
        <a:dk2>
          <a:srgbClr val="969696"/>
        </a:dk2>
        <a:lt2>
          <a:srgbClr val="000000"/>
        </a:lt2>
        <a:accent1>
          <a:srgbClr val="FBDF53"/>
        </a:accent1>
        <a:accent2>
          <a:srgbClr val="FF9966"/>
        </a:accent2>
        <a:accent3>
          <a:srgbClr val="FFFFFF"/>
        </a:accent3>
        <a:accent4>
          <a:srgbClr val="000000"/>
        </a:accent4>
        <a:accent5>
          <a:srgbClr val="FDECB4"/>
        </a:accent5>
        <a:accent6>
          <a:srgbClr val="E5895B"/>
        </a:accent6>
        <a:hlink>
          <a:srgbClr val="CC3300"/>
        </a:hlink>
        <a:folHlink>
          <a:srgbClr val="996600"/>
        </a:folHlink>
      </a:clrScheme>
    </a:extraClrScheme>
    <a:extraClrScheme>
      <a:clrScheme name="Default Color Scheme 3">
        <a:dk1>
          <a:srgbClr val="000000"/>
        </a:dk1>
        <a:lt1>
          <a:srgbClr val="FFFFFF"/>
        </a:lt1>
        <a:dk2>
          <a:srgbClr val="808080"/>
        </a:dk2>
        <a:lt2>
          <a:srgbClr val="000000"/>
        </a:lt2>
        <a:accent1>
          <a:srgbClr val="99CCFF"/>
        </a:accent1>
        <a:accent2>
          <a:srgbClr val="CCCCFF"/>
        </a:accent2>
        <a:accent3>
          <a:srgbClr val="FFFFFF"/>
        </a:accent3>
        <a:accent4>
          <a:srgbClr val="000000"/>
        </a:accent4>
        <a:accent5>
          <a:srgbClr val="CAE2FF"/>
        </a:accent5>
        <a:accent6>
          <a:srgbClr val="B7B7E5"/>
        </a:accent6>
        <a:hlink>
          <a:srgbClr val="3333CC"/>
        </a:hlink>
        <a:folHlink>
          <a:srgbClr val="AF67FF"/>
        </a:folHlink>
      </a:clrScheme>
    </a:extraClrScheme>
    <a:extraClrScheme>
      <a:clrScheme name="Default Color Scheme 4">
        <a:dk1>
          <a:srgbClr val="000000"/>
        </a:dk1>
        <a:lt1>
          <a:srgbClr val="DEF6F1"/>
        </a:lt1>
        <a:dk2>
          <a:srgbClr val="969696"/>
        </a:dk2>
        <a:lt2>
          <a:srgbClr val="000000"/>
        </a:lt2>
        <a:accent1>
          <a:srgbClr val="FFFFFF"/>
        </a:accent1>
        <a:accent2>
          <a:srgbClr val="8DC6FF"/>
        </a:accent2>
        <a:accent3>
          <a:srgbClr val="EBFAF7"/>
        </a:accent3>
        <a:accent4>
          <a:srgbClr val="000000"/>
        </a:accent4>
        <a:accent5>
          <a:srgbClr val="FFFFFF"/>
        </a:accent5>
        <a:accent6>
          <a:srgbClr val="7EB1E5"/>
        </a:accent6>
        <a:hlink>
          <a:srgbClr val="0066CC"/>
        </a:hlink>
        <a:folHlink>
          <a:srgbClr val="00A800"/>
        </a:folHlink>
      </a:clrScheme>
    </a:extraClrScheme>
    <a:extraClrScheme>
      <a:clrScheme name="Default Color Scheme 5">
        <a:dk1>
          <a:srgbClr val="000000"/>
        </a:dk1>
        <a:lt1>
          <a:srgbClr val="FFFFD9"/>
        </a:lt1>
        <a:dk2>
          <a:srgbClr val="777777"/>
        </a:dk2>
        <a:lt2>
          <a:srgbClr val="000000"/>
        </a:lt2>
        <a:accent1>
          <a:srgbClr val="FFFFF7"/>
        </a:accent1>
        <a:accent2>
          <a:srgbClr val="33CCCC"/>
        </a:accent2>
        <a:accent3>
          <a:srgbClr val="FFFFE9"/>
        </a:accent3>
        <a:accent4>
          <a:srgbClr val="000000"/>
        </a:accent4>
        <a:accent5>
          <a:srgbClr val="FFFFFA"/>
        </a:accent5>
        <a:accent6>
          <a:srgbClr val="2DB7B7"/>
        </a:accent6>
        <a:hlink>
          <a:srgbClr val="FF5050"/>
        </a:hlink>
        <a:folHlink>
          <a:srgbClr val="FF9900"/>
        </a:folHlink>
      </a:clrScheme>
    </a:extraClrScheme>
    <a:extraClrScheme>
      <a:clrScheme name="Default Color Scheme 6">
        <a:dk1>
          <a:srgbClr val="FFFFFF"/>
        </a:dk1>
        <a:lt1>
          <a:srgbClr val="008080"/>
        </a:lt1>
        <a:dk2>
          <a:srgbClr val="005A58"/>
        </a:dk2>
        <a:lt2>
          <a:srgbClr val="FFFF99"/>
        </a:lt2>
        <a:accent1>
          <a:srgbClr val="006462"/>
        </a:accent1>
        <a:accent2>
          <a:srgbClr val="6D6FC7"/>
        </a:accent2>
        <a:accent3>
          <a:srgbClr val="AAC1C1"/>
        </a:accent3>
        <a:accent4>
          <a:srgbClr val="DCDCDC"/>
        </a:accent4>
        <a:accent5>
          <a:srgbClr val="AAB8B8"/>
        </a:accent5>
        <a:accent6>
          <a:srgbClr val="6163B2"/>
        </a:accent6>
        <a:hlink>
          <a:srgbClr val="00FFFF"/>
        </a:hlink>
        <a:folHlink>
          <a:srgbClr val="00FF00"/>
        </a:folHlink>
      </a:clrScheme>
    </a:extraClrScheme>
    <a:extraClrScheme>
      <a:clrScheme name="Default Color Scheme 7">
        <a:dk1>
          <a:srgbClr val="FFFFFF"/>
        </a:dk1>
        <a:lt1>
          <a:srgbClr val="800000"/>
        </a:lt1>
        <a:dk2>
          <a:srgbClr val="5C1F00"/>
        </a:dk2>
        <a:lt2>
          <a:srgbClr val="DFD293"/>
        </a:lt2>
        <a:accent1>
          <a:srgbClr val="CC3300"/>
        </a:accent1>
        <a:accent2>
          <a:srgbClr val="BE7960"/>
        </a:accent2>
        <a:accent3>
          <a:srgbClr val="C1AAAA"/>
        </a:accent3>
        <a:accent4>
          <a:srgbClr val="DCDCDC"/>
        </a:accent4>
        <a:accent5>
          <a:srgbClr val="E2ADAA"/>
        </a:accent5>
        <a:accent6>
          <a:srgbClr val="AA6C55"/>
        </a:accent6>
        <a:hlink>
          <a:srgbClr val="FFFF99"/>
        </a:hlink>
        <a:folHlink>
          <a:srgbClr val="D3A219"/>
        </a:folHlink>
      </a:clrScheme>
    </a:extraClrScheme>
    <a:extraClrScheme>
      <a:clrScheme name="Default Color Scheme 8">
        <a:dk1>
          <a:srgbClr val="FFFFFF"/>
        </a:dk1>
        <a:lt1>
          <a:srgbClr val="000099"/>
        </a:lt1>
        <a:dk2>
          <a:srgbClr val="003366"/>
        </a:dk2>
        <a:lt2>
          <a:srgbClr val="CCFFFF"/>
        </a:lt2>
        <a:accent1>
          <a:srgbClr val="3366CC"/>
        </a:accent1>
        <a:accent2>
          <a:srgbClr val="00B000"/>
        </a:accent2>
        <a:accent3>
          <a:srgbClr val="AAAACA"/>
        </a:accent3>
        <a:accent4>
          <a:srgbClr val="DCDCDC"/>
        </a:accent4>
        <a:accent5>
          <a:srgbClr val="ADB9E2"/>
        </a:accent5>
        <a:accent6>
          <a:srgbClr val="009D00"/>
        </a:accent6>
        <a:hlink>
          <a:srgbClr val="66CCFF"/>
        </a:hlink>
        <a:folHlink>
          <a:srgbClr val="FFE701"/>
        </a:folHlink>
      </a:clrScheme>
    </a:extraClrScheme>
    <a:extraClrScheme>
      <a:clrScheme name="Default Color Scheme 9">
        <a:dk1>
          <a:srgbClr val="FFFFFF"/>
        </a:dk1>
        <a:lt1>
          <a:srgbClr val="000000"/>
        </a:lt1>
        <a:dk2>
          <a:srgbClr val="336699"/>
        </a:dk2>
        <a:lt2>
          <a:srgbClr val="E3EBF1"/>
        </a:lt2>
        <a:accent1>
          <a:srgbClr val="003399"/>
        </a:accent1>
        <a:accent2>
          <a:srgbClr val="468A4B"/>
        </a:accent2>
        <a:accent3>
          <a:srgbClr val="AAAAAA"/>
        </a:accent3>
        <a:accent4>
          <a:srgbClr val="DCDCDC"/>
        </a:accent4>
        <a:accent5>
          <a:srgbClr val="AAADCA"/>
        </a:accent5>
        <a:accent6>
          <a:srgbClr val="3E7B43"/>
        </a:accent6>
        <a:hlink>
          <a:srgbClr val="66CCFF"/>
        </a:hlink>
        <a:folHlink>
          <a:srgbClr val="F0E500"/>
        </a:folHlink>
      </a:clrScheme>
    </a:extraClrScheme>
    <a:extraClrScheme>
      <a:clrScheme name="Default Color Scheme 10">
        <a:dk1>
          <a:srgbClr val="FFFFFF"/>
        </a:dk1>
        <a:lt1>
          <a:srgbClr val="686B5D"/>
        </a:lt1>
        <a:dk2>
          <a:srgbClr val="777777"/>
        </a:dk2>
        <a:lt2>
          <a:srgbClr val="D1D1CB"/>
        </a:lt2>
        <a:accent1>
          <a:srgbClr val="909082"/>
        </a:accent1>
        <a:accent2>
          <a:srgbClr val="809EA8"/>
        </a:accent2>
        <a:accent3>
          <a:srgbClr val="B9BAB6"/>
        </a:accent3>
        <a:accent4>
          <a:srgbClr val="DCDCDC"/>
        </a:accent4>
        <a:accent5>
          <a:srgbClr val="C7C7C1"/>
        </a:accent5>
        <a:accent6>
          <a:srgbClr val="728D96"/>
        </a:accent6>
        <a:hlink>
          <a:srgbClr val="FFCC66"/>
        </a:hlink>
        <a:folHlink>
          <a:srgbClr val="E9DCB9"/>
        </a:folHlink>
      </a:clrScheme>
    </a:extraClrScheme>
    <a:extraClrScheme>
      <a:clrScheme name="Default Color Scheme 11">
        <a:dk1>
          <a:srgbClr val="FFFFFF"/>
        </a:dk1>
        <a:lt1>
          <a:srgbClr val="666699"/>
        </a:lt1>
        <a:dk2>
          <a:srgbClr val="3E3E5C"/>
        </a:dk2>
        <a:lt2>
          <a:srgbClr val="FFFFFF"/>
        </a:lt2>
        <a:accent1>
          <a:srgbClr val="60597B"/>
        </a:accent1>
        <a:accent2>
          <a:srgbClr val="6666FF"/>
        </a:accent2>
        <a:accent3>
          <a:srgbClr val="B9B9CA"/>
        </a:accent3>
        <a:accent4>
          <a:srgbClr val="DCDCDC"/>
        </a:accent4>
        <a:accent5>
          <a:srgbClr val="B7B5BF"/>
        </a:accent5>
        <a:accent6>
          <a:srgbClr val="5B5BE5"/>
        </a:accent6>
        <a:hlink>
          <a:srgbClr val="99CCFF"/>
        </a:hlink>
        <a:folHlink>
          <a:srgbClr val="FFFF99"/>
        </a:folHlink>
      </a:clrScheme>
    </a:extraClrScheme>
    <a:extraClrScheme>
      <a:clrScheme name="Default Color Scheme 12">
        <a:dk1>
          <a:srgbClr val="FFFFFF"/>
        </a:dk1>
        <a:lt1>
          <a:srgbClr val="523E26"/>
        </a:lt1>
        <a:dk2>
          <a:srgbClr val="2D2015"/>
        </a:dk2>
        <a:lt2>
          <a:srgbClr val="DFC08D"/>
        </a:lt2>
        <a:accent1>
          <a:srgbClr val="8C7B70"/>
        </a:accent1>
        <a:accent2>
          <a:srgbClr val="8F5F2F"/>
        </a:accent2>
        <a:accent3>
          <a:srgbClr val="B3AFAB"/>
        </a:accent3>
        <a:accent4>
          <a:srgbClr val="DCDCDC"/>
        </a:accent4>
        <a:accent5>
          <a:srgbClr val="C5BFBC"/>
        </a:accent5>
        <a:accent6>
          <a:srgbClr val="805529"/>
        </a:accent6>
        <a:hlink>
          <a:srgbClr val="CCB400"/>
        </a:hlink>
        <a:folHlink>
          <a:srgbClr val="8C9EA0"/>
        </a:folHlink>
      </a:clrScheme>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3220</Words>
  <Application>Microsoft Office PowerPoint</Application>
  <PresentationFormat>On-screen Show (4:3)</PresentationFormat>
  <Paragraphs>332</Paragraphs>
  <Slides>70</Slides>
  <Notes>0</Notes>
  <HiddenSlides>0</HiddenSlides>
  <MMClips>0</MMClips>
  <ScaleCrop>false</ScaleCrop>
  <HeadingPairs>
    <vt:vector size="4" baseType="variant">
      <vt:variant>
        <vt:lpstr>Theme</vt:lpstr>
      </vt:variant>
      <vt:variant>
        <vt:i4>1</vt:i4>
      </vt:variant>
      <vt:variant>
        <vt:lpstr>Slide Titles</vt:lpstr>
      </vt:variant>
      <vt:variant>
        <vt:i4>70</vt:i4>
      </vt:variant>
    </vt:vector>
  </HeadingPairs>
  <TitlesOfParts>
    <vt:vector size="71" baseType="lpstr">
      <vt:lpstr>Office 主题</vt:lpstr>
      <vt:lpstr>'ॐ তৎ সৎ’</vt:lpstr>
      <vt:lpstr>PowerPoint Presentation</vt:lpstr>
      <vt:lpstr>"জ্ঞানের প্রয়োজনীয়তা"</vt:lpstr>
      <vt:lpstr>"জ্ঞানের প্রয়োজনীয়তা"</vt:lpstr>
      <vt:lpstr>শাস্ত্রের প্রয়োজনীয়তাঃ</vt:lpstr>
      <vt:lpstr>‘প্রামাণ্যতা’</vt:lpstr>
      <vt:lpstr>“বেদ অপৌরুষেয়-অভ্রান্ত”</vt:lpstr>
      <vt:lpstr>‘বেদের উৎপত্তি’</vt:lpstr>
      <vt:lpstr>PowerPoint Presentation</vt:lpstr>
      <vt:lpstr>PowerPoint Presentation</vt:lpstr>
      <vt:lpstr>"কর্মগুণে বর্ণ পরিবর্তন"</vt:lpstr>
      <vt:lpstr>PowerPoint Presentation</vt:lpstr>
      <vt:lpstr>PowerPoint Presentation</vt:lpstr>
      <vt:lpstr>"শাস্ত্রবিরুদ্ধ ছ্যুতমার্গ"</vt:lpstr>
      <vt:lpstr>‘বেদ সকলের’</vt:lpstr>
      <vt:lpstr>PowerPoint Presentation</vt:lpstr>
      <vt:lpstr>‘বেদ সকল যুগের’</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“পরম্পরা”</vt:lpstr>
      <vt:lpstr>“পরম্পরা”</vt:lpstr>
      <vt:lpstr>PowerPoint Presentation</vt:lpstr>
      <vt:lpstr>"পরম গুরু"</vt:lpstr>
      <vt:lpstr>‘ঈশ্বর’</vt:lpstr>
      <vt:lpstr>PowerPoint Presentation</vt:lpstr>
      <vt:lpstr>এক ঈশ্বর, বহু নামঃ</vt:lpstr>
      <vt:lpstr>‘ঈশ্বরের নাম’</vt:lpstr>
      <vt:lpstr>‘ঈশ্বরের নাম’</vt:lpstr>
      <vt:lpstr>‘ঈশ্বরের নাম’</vt:lpstr>
      <vt:lpstr>PowerPoint Presentation</vt:lpstr>
      <vt:lpstr>PowerPoint Presentation</vt:lpstr>
      <vt:lpstr>স্তুতি, প্রার্থনা, উপাসনাঃ</vt:lpstr>
      <vt:lpstr>“উপাসনা”</vt:lpstr>
      <vt:lpstr>“সন্ধ্যা উপাসনা”</vt:lpstr>
      <vt:lpstr>“যোগ”</vt:lpstr>
      <vt:lpstr>PowerPoint Presentation</vt:lpstr>
      <vt:lpstr>PowerPoint Presentation</vt:lpstr>
      <vt:lpstr>PowerPoint Presentation</vt:lpstr>
      <vt:lpstr>“যোগের অঙ্গ”</vt:lpstr>
      <vt:lpstr>‘যম’ ও ‘নিয়ম’</vt:lpstr>
      <vt:lpstr>তপস্যাঃ</vt:lpstr>
      <vt:lpstr>‘আসন’</vt:lpstr>
      <vt:lpstr>‘আসন’</vt:lpstr>
      <vt:lpstr>PowerPoint Presentation</vt:lpstr>
      <vt:lpstr>PowerPoint Presentation</vt:lpstr>
      <vt:lpstr>PowerPoint Presentation</vt:lpstr>
      <vt:lpstr>PowerPoint Presentation</vt:lpstr>
      <vt:lpstr>"ঈশ্বরের স্বরুপ"</vt:lpstr>
      <vt:lpstr>"ঈশ্বর ভিন্ন দেবতার উপাসনা"</vt:lpstr>
      <vt:lpstr>"ত্রৈতবাদ"</vt:lpstr>
      <vt:lpstr>"ত্রৈতবাদ"</vt:lpstr>
      <vt:lpstr>"আত্মানং বিদ্ধি"</vt:lpstr>
      <vt:lpstr>PowerPoint Presentation</vt:lpstr>
      <vt:lpstr>PowerPoint Presentation</vt:lpstr>
      <vt:lpstr>PowerPoint Presentation</vt:lpstr>
      <vt:lpstr>PowerPoint Presentation</vt:lpstr>
      <vt:lpstr>"সমাধি"</vt:lpstr>
      <vt:lpstr>PowerPoint Presentation</vt:lpstr>
      <vt:lpstr>PowerPoint Presentation</vt:lpstr>
      <vt:lpstr>যোগভ্রষ্ট হলে কি হয়?</vt:lpstr>
      <vt:lpstr>PowerPoint Presentation</vt:lpstr>
      <vt:lpstr>PowerPoint Presentation</vt:lpstr>
      <vt:lpstr>"প্রার্থনা"</vt:lpstr>
      <vt:lpstr>কার শরণাগত হবো?</vt:lpstr>
      <vt:lpstr>ওয়েবসাইটঃ www.agniveerbangla.org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Mariajose</dc:creator>
  <cp:lastModifiedBy>mithunronjon@gmail.com</cp:lastModifiedBy>
  <cp:revision>18</cp:revision>
  <dcterms:created xsi:type="dcterms:W3CDTF">2010-05-17T08:28:12Z</dcterms:created>
  <dcterms:modified xsi:type="dcterms:W3CDTF">2025-04-26T03:35:22Z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2b3a571220884f9b847c33fe4422e785</vt:lpwstr>
  </property>
</Properties>
</file>